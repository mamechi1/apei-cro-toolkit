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52" r:id="rId4"/>
    <p:sldMasterId id="2147483753" r:id="rId5"/>
    <p:sldMasterId id="2147483754" r:id="rId6"/>
  </p:sldMasterIdLst>
  <p:notesMasterIdLst>
    <p:notesMasterId r:id="rId10"/>
  </p:notesMasterIdLst>
  <p:sldIdLst>
    <p:sldId id="256" r:id="rId7"/>
    <p:sldId id="3195" r:id="rId8"/>
    <p:sldId id="3196" r:id="rId9"/>
    <p:sldId id="3197" r:id="rId2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Poppins Light" panose="00000400000000000000" pitchFamily="2" charset="0"/>
      <p:regular r:id="rId15"/>
      <p:italic r:id="rId16"/>
    </p:embeddedFont>
    <p:embeddedFont>
      <p:font typeface="Source Sans Pro" panose="020B0503030403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52F73-0607-56B0-840E-F783E2FC5122}" v="21" dt="2025-10-06T11:20:52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38794a231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g2b38794a231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7587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926DE-10F5-40F5-84AD-A92883AF1DC6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00246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_Image">
  <p:cSld name="Right_Imag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>
            <a:spLocks noGrp="1"/>
          </p:cNvSpPr>
          <p:nvPr>
            <p:ph type="pic" idx="2"/>
          </p:nvPr>
        </p:nvSpPr>
        <p:spPr>
          <a:xfrm>
            <a:off x="4568021" y="0"/>
            <a:ext cx="4575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_Image">
  <p:cSld name="Right_Imag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>
            <a:spLocks noGrp="1"/>
          </p:cNvSpPr>
          <p:nvPr>
            <p:ph type="pic" idx="2"/>
          </p:nvPr>
        </p:nvSpPr>
        <p:spPr>
          <a:xfrm>
            <a:off x="4568021" y="0"/>
            <a:ext cx="4575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_Image_Quarter">
  <p:cSld name="Right_Image_Quart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>
            <a:spLocks noGrp="1"/>
          </p:cNvSpPr>
          <p:nvPr>
            <p:ph type="pic" idx="2"/>
          </p:nvPr>
        </p:nvSpPr>
        <p:spPr>
          <a:xfrm>
            <a:off x="7086064" y="0"/>
            <a:ext cx="2058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_Image">
  <p:cSld name="Left_Imag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>
            <a:spLocks noGrp="1"/>
          </p:cNvSpPr>
          <p:nvPr>
            <p:ph type="pic" idx="2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"/>
          <p:cNvSpPr>
            <a:spLocks noGrp="1"/>
          </p:cNvSpPr>
          <p:nvPr>
            <p:ph type="pic" idx="2"/>
          </p:nvPr>
        </p:nvSpPr>
        <p:spPr>
          <a:xfrm>
            <a:off x="0" y="735806"/>
            <a:ext cx="9144000" cy="2526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_Three_Squares">
  <p:cSld name="Full_Image_Top_Three_Square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>
            <a:spLocks noGrp="1"/>
          </p:cNvSpPr>
          <p:nvPr>
            <p:ph type="pic" idx="2"/>
          </p:nvPr>
        </p:nvSpPr>
        <p:spPr>
          <a:xfrm>
            <a:off x="0" y="-1"/>
            <a:ext cx="9144000" cy="240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3"/>
          <p:cNvSpPr>
            <a:spLocks noGrp="1"/>
          </p:cNvSpPr>
          <p:nvPr>
            <p:ph type="pic" idx="3"/>
          </p:nvPr>
        </p:nvSpPr>
        <p:spPr>
          <a:xfrm>
            <a:off x="1037271" y="857250"/>
            <a:ext cx="22302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3"/>
          <p:cNvSpPr>
            <a:spLocks noGrp="1"/>
          </p:cNvSpPr>
          <p:nvPr>
            <p:ph type="pic" idx="4"/>
          </p:nvPr>
        </p:nvSpPr>
        <p:spPr>
          <a:xfrm>
            <a:off x="5890570" y="857250"/>
            <a:ext cx="22302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33"/>
          <p:cNvSpPr>
            <a:spLocks noGrp="1"/>
          </p:cNvSpPr>
          <p:nvPr>
            <p:ph type="pic" idx="5"/>
          </p:nvPr>
        </p:nvSpPr>
        <p:spPr>
          <a:xfrm>
            <a:off x="3463920" y="857250"/>
            <a:ext cx="22302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Ten">
  <p:cSld name="Team_Te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>
            <a:spLocks noGrp="1"/>
          </p:cNvSpPr>
          <p:nvPr>
            <p:ph type="pic" idx="2"/>
          </p:nvPr>
        </p:nvSpPr>
        <p:spPr>
          <a:xfrm>
            <a:off x="1823707" y="1882007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34"/>
          <p:cNvSpPr>
            <a:spLocks noGrp="1"/>
          </p:cNvSpPr>
          <p:nvPr>
            <p:ph type="pic" idx="3"/>
          </p:nvPr>
        </p:nvSpPr>
        <p:spPr>
          <a:xfrm>
            <a:off x="0" y="1882007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34"/>
          <p:cNvSpPr>
            <a:spLocks noGrp="1"/>
          </p:cNvSpPr>
          <p:nvPr>
            <p:ph type="pic" idx="4"/>
          </p:nvPr>
        </p:nvSpPr>
        <p:spPr>
          <a:xfrm>
            <a:off x="7294797" y="1882007"/>
            <a:ext cx="18492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34"/>
          <p:cNvSpPr>
            <a:spLocks noGrp="1"/>
          </p:cNvSpPr>
          <p:nvPr>
            <p:ph type="pic" idx="5"/>
          </p:nvPr>
        </p:nvSpPr>
        <p:spPr>
          <a:xfrm>
            <a:off x="3647414" y="1882007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34"/>
          <p:cNvSpPr>
            <a:spLocks noGrp="1"/>
          </p:cNvSpPr>
          <p:nvPr>
            <p:ph type="pic" idx="6"/>
          </p:nvPr>
        </p:nvSpPr>
        <p:spPr>
          <a:xfrm>
            <a:off x="5471105" y="1882007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34"/>
          <p:cNvSpPr>
            <a:spLocks noGrp="1"/>
          </p:cNvSpPr>
          <p:nvPr>
            <p:ph type="pic" idx="7"/>
          </p:nvPr>
        </p:nvSpPr>
        <p:spPr>
          <a:xfrm>
            <a:off x="1823707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34"/>
          <p:cNvSpPr>
            <a:spLocks noGrp="1"/>
          </p:cNvSpPr>
          <p:nvPr>
            <p:ph type="pic" idx="8"/>
          </p:nvPr>
        </p:nvSpPr>
        <p:spPr>
          <a:xfrm>
            <a:off x="0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4"/>
          <p:cNvSpPr>
            <a:spLocks noGrp="1"/>
          </p:cNvSpPr>
          <p:nvPr>
            <p:ph type="pic" idx="9"/>
          </p:nvPr>
        </p:nvSpPr>
        <p:spPr>
          <a:xfrm>
            <a:off x="7294797" y="3512873"/>
            <a:ext cx="18492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4"/>
          <p:cNvSpPr>
            <a:spLocks noGrp="1"/>
          </p:cNvSpPr>
          <p:nvPr>
            <p:ph type="pic" idx="13"/>
          </p:nvPr>
        </p:nvSpPr>
        <p:spPr>
          <a:xfrm>
            <a:off x="3647414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4"/>
          <p:cNvSpPr>
            <a:spLocks noGrp="1"/>
          </p:cNvSpPr>
          <p:nvPr>
            <p:ph type="pic" idx="14"/>
          </p:nvPr>
        </p:nvSpPr>
        <p:spPr>
          <a:xfrm>
            <a:off x="5471105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Three">
  <p:cSld name="Team_Thre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5"/>
          <p:cNvSpPr>
            <a:spLocks noGrp="1"/>
          </p:cNvSpPr>
          <p:nvPr>
            <p:ph type="pic" idx="2"/>
          </p:nvPr>
        </p:nvSpPr>
        <p:spPr>
          <a:xfrm>
            <a:off x="1037271" y="1141902"/>
            <a:ext cx="2230200" cy="23127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5"/>
          <p:cNvSpPr>
            <a:spLocks noGrp="1"/>
          </p:cNvSpPr>
          <p:nvPr>
            <p:ph type="pic" idx="3"/>
          </p:nvPr>
        </p:nvSpPr>
        <p:spPr>
          <a:xfrm>
            <a:off x="5890570" y="1141902"/>
            <a:ext cx="2230200" cy="23127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5"/>
          <p:cNvSpPr>
            <a:spLocks noGrp="1"/>
          </p:cNvSpPr>
          <p:nvPr>
            <p:ph type="pic" idx="4"/>
          </p:nvPr>
        </p:nvSpPr>
        <p:spPr>
          <a:xfrm>
            <a:off x="3463920" y="1141902"/>
            <a:ext cx="2230200" cy="231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">
  <p:cSld name="Full_Imag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_Image">
  <p:cSld name="Single_Imag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>
            <a:spLocks noGrp="1"/>
          </p:cNvSpPr>
          <p:nvPr>
            <p:ph type="pic" idx="2"/>
          </p:nvPr>
        </p:nvSpPr>
        <p:spPr>
          <a:xfrm>
            <a:off x="627622" y="1028700"/>
            <a:ext cx="7888800" cy="3600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phone_Mockup">
  <p:cSld name="Smartphone_Mockup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>
            <a:spLocks noGrp="1"/>
          </p:cNvSpPr>
          <p:nvPr>
            <p:ph type="pic" idx="2"/>
          </p:nvPr>
        </p:nvSpPr>
        <p:spPr>
          <a:xfrm>
            <a:off x="1137665" y="1241425"/>
            <a:ext cx="1337100" cy="23304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38"/>
          <p:cNvSpPr>
            <a:spLocks noGrp="1"/>
          </p:cNvSpPr>
          <p:nvPr>
            <p:ph type="pic" idx="3"/>
          </p:nvPr>
        </p:nvSpPr>
        <p:spPr>
          <a:xfrm>
            <a:off x="3160185" y="1241425"/>
            <a:ext cx="1351500" cy="23304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38"/>
          <p:cNvSpPr>
            <a:spLocks noGrp="1"/>
          </p:cNvSpPr>
          <p:nvPr>
            <p:ph type="pic" idx="4"/>
          </p:nvPr>
        </p:nvSpPr>
        <p:spPr>
          <a:xfrm>
            <a:off x="2068705" y="1008486"/>
            <a:ext cx="1709400" cy="2956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8"/>
          <p:cNvSpPr txBox="1">
            <a:spLocks noGrp="1"/>
          </p:cNvSpPr>
          <p:nvPr>
            <p:ph type="body" idx="1"/>
          </p:nvPr>
        </p:nvSpPr>
        <p:spPr>
          <a:xfrm>
            <a:off x="4852988" y="1345299"/>
            <a:ext cx="383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_Mockup">
  <p:cSld name="Laptop_Mockup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>
            <a:spLocks noGrp="1"/>
          </p:cNvSpPr>
          <p:nvPr>
            <p:ph type="body" idx="1"/>
          </p:nvPr>
        </p:nvSpPr>
        <p:spPr>
          <a:xfrm>
            <a:off x="676565" y="1520034"/>
            <a:ext cx="38955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39"/>
          <p:cNvSpPr>
            <a:spLocks noGrp="1"/>
          </p:cNvSpPr>
          <p:nvPr>
            <p:ph type="pic" idx="2"/>
          </p:nvPr>
        </p:nvSpPr>
        <p:spPr>
          <a:xfrm>
            <a:off x="4924425" y="840640"/>
            <a:ext cx="4533900" cy="297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_Mockup">
  <p:cSld name="Tablet_Mockup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>
            <a:spLocks noGrp="1"/>
          </p:cNvSpPr>
          <p:nvPr>
            <p:ph type="body" idx="1"/>
          </p:nvPr>
        </p:nvSpPr>
        <p:spPr>
          <a:xfrm>
            <a:off x="4571638" y="1204047"/>
            <a:ext cx="4115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0"/>
          <p:cNvSpPr>
            <a:spLocks noGrp="1"/>
          </p:cNvSpPr>
          <p:nvPr>
            <p:ph type="pic" idx="2"/>
          </p:nvPr>
        </p:nvSpPr>
        <p:spPr>
          <a:xfrm>
            <a:off x="-3993" y="847725"/>
            <a:ext cx="3549000" cy="354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One_Third_Right">
  <p:cSld name="Infographic_One_Third_Righ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1"/>
          <p:cNvSpPr txBox="1">
            <a:spLocks noGrp="1"/>
          </p:cNvSpPr>
          <p:nvPr>
            <p:ph type="body" idx="1"/>
          </p:nvPr>
        </p:nvSpPr>
        <p:spPr>
          <a:xfrm>
            <a:off x="635508" y="530352"/>
            <a:ext cx="39366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Two_Thirds_Left">
  <p:cSld name="Infographic_Two_Thirds_Lef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2"/>
          <p:cNvSpPr txBox="1">
            <a:spLocks noGrp="1"/>
          </p:cNvSpPr>
          <p:nvPr>
            <p:ph type="body" idx="1"/>
          </p:nvPr>
        </p:nvSpPr>
        <p:spPr>
          <a:xfrm>
            <a:off x="6481015" y="544068"/>
            <a:ext cx="22059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Two_Thirds_Right">
  <p:cSld name="Infographic_Two_Thirds_Righ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3"/>
          <p:cNvSpPr txBox="1">
            <a:spLocks noGrp="1"/>
          </p:cNvSpPr>
          <p:nvPr>
            <p:ph type="body" idx="1"/>
          </p:nvPr>
        </p:nvSpPr>
        <p:spPr>
          <a:xfrm>
            <a:off x="644652" y="1376172"/>
            <a:ext cx="3927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3"/>
          <p:cNvSpPr txBox="1">
            <a:spLocks noGrp="1"/>
          </p:cNvSpPr>
          <p:nvPr>
            <p:ph type="body" idx="2"/>
          </p:nvPr>
        </p:nvSpPr>
        <p:spPr>
          <a:xfrm>
            <a:off x="697936" y="2343863"/>
            <a:ext cx="38742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Half_Right">
  <p:cSld name="Infographic_Half_Righ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4"/>
          <p:cNvSpPr txBox="1">
            <a:spLocks noGrp="1"/>
          </p:cNvSpPr>
          <p:nvPr>
            <p:ph type="body" idx="1"/>
          </p:nvPr>
        </p:nvSpPr>
        <p:spPr>
          <a:xfrm>
            <a:off x="644652" y="1469945"/>
            <a:ext cx="3927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  <p15:guide id="2" pos="5365">
          <p15:clr>
            <a:srgbClr val="FBAE40"/>
          </p15:clr>
        </p15:guide>
        <p15:guide id="3" orient="horz" pos="2970">
          <p15:clr>
            <a:srgbClr val="FBAE40"/>
          </p15:clr>
        </p15:guide>
        <p15:guide id="4" orient="horz" pos="189">
          <p15:clr>
            <a:srgbClr val="FBAE40"/>
          </p15:clr>
        </p15:guide>
        <p15:guide id="5" orient="horz" pos="864">
          <p15:clr>
            <a:srgbClr val="FBAE40"/>
          </p15:clr>
        </p15:guide>
        <p15:guide id="6" pos="828">
          <p15:clr>
            <a:srgbClr val="FBAE40"/>
          </p15:clr>
        </p15:guide>
        <p15:guide id="7" pos="493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 type="tx">
  <p:cSld name="TITLE_AND_BOD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1253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">
  <p:cSld name="Full_Image_Top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7"/>
          <p:cNvSpPr>
            <a:spLocks noGrp="1"/>
          </p:cNvSpPr>
          <p:nvPr>
            <p:ph type="pic" idx="2"/>
          </p:nvPr>
        </p:nvSpPr>
        <p:spPr>
          <a:xfrm>
            <a:off x="0" y="-1"/>
            <a:ext cx="9144000" cy="240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_Taller">
  <p:cSld name="Full_Image_Top_Taller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Center">
  <p:cSld name="Full_Image_Cent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9"/>
          <p:cNvSpPr>
            <a:spLocks noGrp="1"/>
          </p:cNvSpPr>
          <p:nvPr>
            <p:ph type="pic" idx="2"/>
          </p:nvPr>
        </p:nvSpPr>
        <p:spPr>
          <a:xfrm>
            <a:off x="0" y="1371600"/>
            <a:ext cx="9144000" cy="240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">
  <p:cSld name="Two_Images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0"/>
          <p:cNvSpPr>
            <a:spLocks noGrp="1"/>
          </p:cNvSpPr>
          <p:nvPr>
            <p:ph type="pic" idx="2"/>
          </p:nvPr>
        </p:nvSpPr>
        <p:spPr>
          <a:xfrm>
            <a:off x="4829242" y="1028700"/>
            <a:ext cx="3687000" cy="36006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50"/>
          <p:cNvSpPr>
            <a:spLocks noGrp="1"/>
          </p:cNvSpPr>
          <p:nvPr>
            <p:ph type="pic" idx="3"/>
          </p:nvPr>
        </p:nvSpPr>
        <p:spPr>
          <a:xfrm>
            <a:off x="627623" y="1028700"/>
            <a:ext cx="3687000" cy="3600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_Wide">
  <p:cSld name="Two_Images_Wid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1"/>
          <p:cNvSpPr>
            <a:spLocks noGrp="1"/>
          </p:cNvSpPr>
          <p:nvPr>
            <p:ph type="pic" idx="2"/>
          </p:nvPr>
        </p:nvSpPr>
        <p:spPr>
          <a:xfrm>
            <a:off x="0" y="0"/>
            <a:ext cx="5366100" cy="257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51"/>
          <p:cNvSpPr>
            <a:spLocks noGrp="1"/>
          </p:cNvSpPr>
          <p:nvPr>
            <p:ph type="pic" idx="3"/>
          </p:nvPr>
        </p:nvSpPr>
        <p:spPr>
          <a:xfrm>
            <a:off x="3781655" y="2575179"/>
            <a:ext cx="5366100" cy="257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_Images">
  <p:cSld name="Three_Image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2"/>
          <p:cNvSpPr/>
          <p:nvPr/>
        </p:nvSpPr>
        <p:spPr>
          <a:xfrm>
            <a:off x="6087712" y="4562475"/>
            <a:ext cx="30543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2"/>
          <p:cNvSpPr>
            <a:spLocks noGrp="1"/>
          </p:cNvSpPr>
          <p:nvPr>
            <p:ph type="pic" idx="2"/>
          </p:nvPr>
        </p:nvSpPr>
        <p:spPr>
          <a:xfrm>
            <a:off x="6087712" y="0"/>
            <a:ext cx="3056400" cy="25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52"/>
          <p:cNvSpPr>
            <a:spLocks noGrp="1"/>
          </p:cNvSpPr>
          <p:nvPr>
            <p:ph type="pic" idx="3"/>
          </p:nvPr>
        </p:nvSpPr>
        <p:spPr>
          <a:xfrm>
            <a:off x="-3682" y="0"/>
            <a:ext cx="3056400" cy="25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52"/>
          <p:cNvSpPr>
            <a:spLocks noGrp="1"/>
          </p:cNvSpPr>
          <p:nvPr>
            <p:ph type="pic" idx="4"/>
          </p:nvPr>
        </p:nvSpPr>
        <p:spPr>
          <a:xfrm>
            <a:off x="3050764" y="2575931"/>
            <a:ext cx="3036900" cy="25677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52"/>
          <p:cNvSpPr/>
          <p:nvPr/>
        </p:nvSpPr>
        <p:spPr>
          <a:xfrm>
            <a:off x="6087712" y="4562475"/>
            <a:ext cx="30543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2"/>
          <p:cNvSpPr/>
          <p:nvPr/>
        </p:nvSpPr>
        <p:spPr>
          <a:xfrm>
            <a:off x="6087712" y="4562475"/>
            <a:ext cx="3054300" cy="58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3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_Top">
  <p:cSld name="Two_Images_Top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4"/>
          <p:cNvSpPr>
            <a:spLocks noGrp="1"/>
          </p:cNvSpPr>
          <p:nvPr>
            <p:ph type="pic" idx="2"/>
          </p:nvPr>
        </p:nvSpPr>
        <p:spPr>
          <a:xfrm>
            <a:off x="4570333" y="0"/>
            <a:ext cx="4570200" cy="30603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54"/>
          <p:cNvSpPr>
            <a:spLocks noGrp="1"/>
          </p:cNvSpPr>
          <p:nvPr>
            <p:ph type="pic" idx="3"/>
          </p:nvPr>
        </p:nvSpPr>
        <p:spPr>
          <a:xfrm>
            <a:off x="0" y="0"/>
            <a:ext cx="4570200" cy="306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_Right_Image">
  <p:cSld name="Logo_Right_Imag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5"/>
          <p:cNvSpPr>
            <a:spLocks noGrp="1"/>
          </p:cNvSpPr>
          <p:nvPr>
            <p:ph type="pic" idx="2"/>
          </p:nvPr>
        </p:nvSpPr>
        <p:spPr>
          <a:xfrm>
            <a:off x="3329506" y="0"/>
            <a:ext cx="5814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55"/>
          <p:cNvSpPr>
            <a:spLocks noGrp="1"/>
          </p:cNvSpPr>
          <p:nvPr>
            <p:ph type="pic" idx="3"/>
          </p:nvPr>
        </p:nvSpPr>
        <p:spPr>
          <a:xfrm>
            <a:off x="1054064" y="628049"/>
            <a:ext cx="1204500" cy="122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_Left">
  <p:cSld name="Collage_Lef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6"/>
          <p:cNvSpPr>
            <a:spLocks noGrp="1"/>
          </p:cNvSpPr>
          <p:nvPr>
            <p:ph type="pic" idx="2"/>
          </p:nvPr>
        </p:nvSpPr>
        <p:spPr>
          <a:xfrm>
            <a:off x="2613390" y="752527"/>
            <a:ext cx="1446300" cy="19767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56"/>
          <p:cNvSpPr>
            <a:spLocks noGrp="1"/>
          </p:cNvSpPr>
          <p:nvPr>
            <p:ph type="pic" idx="3"/>
          </p:nvPr>
        </p:nvSpPr>
        <p:spPr>
          <a:xfrm>
            <a:off x="2605413" y="2848951"/>
            <a:ext cx="1454400" cy="18231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56"/>
          <p:cNvSpPr>
            <a:spLocks noGrp="1"/>
          </p:cNvSpPr>
          <p:nvPr>
            <p:ph type="pic" idx="4"/>
          </p:nvPr>
        </p:nvSpPr>
        <p:spPr>
          <a:xfrm>
            <a:off x="1036308" y="752526"/>
            <a:ext cx="1454400" cy="11556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6"/>
          <p:cNvSpPr>
            <a:spLocks noGrp="1"/>
          </p:cNvSpPr>
          <p:nvPr>
            <p:ph type="pic" idx="5"/>
          </p:nvPr>
        </p:nvSpPr>
        <p:spPr>
          <a:xfrm>
            <a:off x="1036308" y="2036408"/>
            <a:ext cx="1454400" cy="2635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_Right">
  <p:cSld name="Collage_Righ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7"/>
          <p:cNvSpPr>
            <a:spLocks noGrp="1"/>
          </p:cNvSpPr>
          <p:nvPr>
            <p:ph type="pic" idx="2"/>
          </p:nvPr>
        </p:nvSpPr>
        <p:spPr>
          <a:xfrm>
            <a:off x="5057189" y="752527"/>
            <a:ext cx="1446300" cy="197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57"/>
          <p:cNvSpPr>
            <a:spLocks noGrp="1"/>
          </p:cNvSpPr>
          <p:nvPr>
            <p:ph type="pic" idx="3"/>
          </p:nvPr>
        </p:nvSpPr>
        <p:spPr>
          <a:xfrm>
            <a:off x="5049212" y="2848951"/>
            <a:ext cx="1454400" cy="182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57"/>
          <p:cNvSpPr>
            <a:spLocks noGrp="1"/>
          </p:cNvSpPr>
          <p:nvPr>
            <p:ph type="pic" idx="4"/>
          </p:nvPr>
        </p:nvSpPr>
        <p:spPr>
          <a:xfrm>
            <a:off x="6644183" y="752526"/>
            <a:ext cx="1454400" cy="11556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57"/>
          <p:cNvSpPr>
            <a:spLocks noGrp="1"/>
          </p:cNvSpPr>
          <p:nvPr>
            <p:ph type="pic" idx="5"/>
          </p:nvPr>
        </p:nvSpPr>
        <p:spPr>
          <a:xfrm>
            <a:off x="6644183" y="2036408"/>
            <a:ext cx="1454400" cy="2635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">
  <p:cSld name="Collage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8"/>
          <p:cNvSpPr>
            <a:spLocks noGrp="1"/>
          </p:cNvSpPr>
          <p:nvPr>
            <p:ph type="pic" idx="2"/>
          </p:nvPr>
        </p:nvSpPr>
        <p:spPr>
          <a:xfrm>
            <a:off x="7294797" y="0"/>
            <a:ext cx="18492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58"/>
          <p:cNvSpPr>
            <a:spLocks noGrp="1"/>
          </p:cNvSpPr>
          <p:nvPr>
            <p:ph type="pic" idx="3"/>
          </p:nvPr>
        </p:nvSpPr>
        <p:spPr>
          <a:xfrm>
            <a:off x="3647414" y="0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58"/>
          <p:cNvSpPr>
            <a:spLocks noGrp="1"/>
          </p:cNvSpPr>
          <p:nvPr>
            <p:ph type="pic" idx="4"/>
          </p:nvPr>
        </p:nvSpPr>
        <p:spPr>
          <a:xfrm>
            <a:off x="5471105" y="0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58"/>
          <p:cNvSpPr>
            <a:spLocks noGrp="1"/>
          </p:cNvSpPr>
          <p:nvPr>
            <p:ph type="pic" idx="5"/>
          </p:nvPr>
        </p:nvSpPr>
        <p:spPr>
          <a:xfrm>
            <a:off x="1823707" y="0"/>
            <a:ext cx="1823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58"/>
          <p:cNvSpPr>
            <a:spLocks noGrp="1"/>
          </p:cNvSpPr>
          <p:nvPr>
            <p:ph type="pic" idx="6"/>
          </p:nvPr>
        </p:nvSpPr>
        <p:spPr>
          <a:xfrm>
            <a:off x="0" y="0"/>
            <a:ext cx="1823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58"/>
          <p:cNvSpPr>
            <a:spLocks noGrp="1"/>
          </p:cNvSpPr>
          <p:nvPr>
            <p:ph type="pic" idx="7"/>
          </p:nvPr>
        </p:nvSpPr>
        <p:spPr>
          <a:xfrm>
            <a:off x="7294797" y="3512873"/>
            <a:ext cx="18492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58"/>
          <p:cNvSpPr>
            <a:spLocks noGrp="1"/>
          </p:cNvSpPr>
          <p:nvPr>
            <p:ph type="pic" idx="8"/>
          </p:nvPr>
        </p:nvSpPr>
        <p:spPr>
          <a:xfrm>
            <a:off x="3647414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58"/>
          <p:cNvSpPr>
            <a:spLocks noGrp="1"/>
          </p:cNvSpPr>
          <p:nvPr>
            <p:ph type="pic" idx="9"/>
          </p:nvPr>
        </p:nvSpPr>
        <p:spPr>
          <a:xfrm>
            <a:off x="5471105" y="3512873"/>
            <a:ext cx="1823700" cy="16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Four">
  <p:cSld name="Team_Four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9"/>
          <p:cNvSpPr>
            <a:spLocks noGrp="1"/>
          </p:cNvSpPr>
          <p:nvPr>
            <p:ph type="pic" idx="2"/>
          </p:nvPr>
        </p:nvSpPr>
        <p:spPr>
          <a:xfrm>
            <a:off x="2729414" y="1584060"/>
            <a:ext cx="17013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59"/>
          <p:cNvSpPr>
            <a:spLocks noGrp="1"/>
          </p:cNvSpPr>
          <p:nvPr>
            <p:ph type="pic" idx="3"/>
          </p:nvPr>
        </p:nvSpPr>
        <p:spPr>
          <a:xfrm>
            <a:off x="731502" y="1584060"/>
            <a:ext cx="17013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59"/>
          <p:cNvSpPr>
            <a:spLocks noGrp="1"/>
          </p:cNvSpPr>
          <p:nvPr>
            <p:ph type="pic" idx="4"/>
          </p:nvPr>
        </p:nvSpPr>
        <p:spPr>
          <a:xfrm>
            <a:off x="6725240" y="1584060"/>
            <a:ext cx="1701300" cy="163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59"/>
          <p:cNvSpPr>
            <a:spLocks noGrp="1"/>
          </p:cNvSpPr>
          <p:nvPr>
            <p:ph type="pic" idx="5"/>
          </p:nvPr>
        </p:nvSpPr>
        <p:spPr>
          <a:xfrm>
            <a:off x="4727328" y="1584060"/>
            <a:ext cx="1701300" cy="163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Six">
  <p:cSld name="Team_Six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0"/>
          <p:cNvSpPr>
            <a:spLocks noGrp="1"/>
          </p:cNvSpPr>
          <p:nvPr>
            <p:ph type="pic" idx="2"/>
          </p:nvPr>
        </p:nvSpPr>
        <p:spPr>
          <a:xfrm>
            <a:off x="3561164" y="2905263"/>
            <a:ext cx="2034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60"/>
          <p:cNvSpPr>
            <a:spLocks noGrp="1"/>
          </p:cNvSpPr>
          <p:nvPr>
            <p:ph type="pic" idx="3"/>
          </p:nvPr>
        </p:nvSpPr>
        <p:spPr>
          <a:xfrm>
            <a:off x="6011979" y="2905263"/>
            <a:ext cx="2034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60"/>
          <p:cNvSpPr>
            <a:spLocks noGrp="1"/>
          </p:cNvSpPr>
          <p:nvPr>
            <p:ph type="pic" idx="4"/>
          </p:nvPr>
        </p:nvSpPr>
        <p:spPr>
          <a:xfrm>
            <a:off x="1099955" y="2905263"/>
            <a:ext cx="2034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60"/>
          <p:cNvSpPr>
            <a:spLocks noGrp="1"/>
          </p:cNvSpPr>
          <p:nvPr>
            <p:ph type="pic" idx="5"/>
          </p:nvPr>
        </p:nvSpPr>
        <p:spPr>
          <a:xfrm>
            <a:off x="3561164" y="1200150"/>
            <a:ext cx="2034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60"/>
          <p:cNvSpPr>
            <a:spLocks noGrp="1"/>
          </p:cNvSpPr>
          <p:nvPr>
            <p:ph type="pic" idx="6"/>
          </p:nvPr>
        </p:nvSpPr>
        <p:spPr>
          <a:xfrm>
            <a:off x="6011979" y="1200150"/>
            <a:ext cx="20349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60"/>
          <p:cNvSpPr>
            <a:spLocks noGrp="1"/>
          </p:cNvSpPr>
          <p:nvPr>
            <p:ph type="pic" idx="7"/>
          </p:nvPr>
        </p:nvSpPr>
        <p:spPr>
          <a:xfrm>
            <a:off x="1099955" y="1200150"/>
            <a:ext cx="2034900" cy="137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ull_Image_Top_Taller">
  <p:cSld name="1_Full_Image_Top_Tall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Quote">
  <p:cSld name="1_Quot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3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Full_Image_Top_Taller">
  <p:cSld name="2_Full_Image_Top_Tall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Quote">
  <p:cSld name="2_Quo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6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00" cy="25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ayout 15 - large headline 2 column">
  <p:cSld name="Text layout 15 - large headline 2 column">
    <p:bg>
      <p:bgPr>
        <a:solidFill>
          <a:srgbClr val="FFF8D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8"/>
          <p:cNvSpPr txBox="1">
            <a:spLocks noGrp="1"/>
          </p:cNvSpPr>
          <p:nvPr>
            <p:ph type="title"/>
          </p:nvPr>
        </p:nvSpPr>
        <p:spPr>
          <a:xfrm>
            <a:off x="368850" y="601320"/>
            <a:ext cx="83244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68"/>
          <p:cNvSpPr txBox="1">
            <a:spLocks noGrp="1"/>
          </p:cNvSpPr>
          <p:nvPr>
            <p:ph type="body" idx="1"/>
          </p:nvPr>
        </p:nvSpPr>
        <p:spPr>
          <a:xfrm>
            <a:off x="301615" y="2160898"/>
            <a:ext cx="3994200" cy="22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4765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68"/>
          <p:cNvSpPr txBox="1">
            <a:spLocks noGrp="1"/>
          </p:cNvSpPr>
          <p:nvPr>
            <p:ph type="body" idx="2"/>
          </p:nvPr>
        </p:nvSpPr>
        <p:spPr>
          <a:xfrm>
            <a:off x="4572000" y="2160898"/>
            <a:ext cx="4137300" cy="22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4765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SzPts val="300"/>
              <a:buFont typeface="Poppins Light"/>
              <a:buChar char="•"/>
              <a:defRPr sz="12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 Light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68"/>
          <p:cNvSpPr txBox="1">
            <a:spLocks noGrp="1"/>
          </p:cNvSpPr>
          <p:nvPr>
            <p:ph type="sldNum" idx="12"/>
          </p:nvPr>
        </p:nvSpPr>
        <p:spPr>
          <a:xfrm>
            <a:off x="8213079" y="4905446"/>
            <a:ext cx="54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8">
          <p15:clr>
            <a:srgbClr val="FBAE40"/>
          </p15:clr>
        </p15:guide>
        <p15:guide id="2" orient="horz" pos="39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_Image">
  <p:cSld name="Right_Image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0"/>
          <p:cNvSpPr>
            <a:spLocks noGrp="1"/>
          </p:cNvSpPr>
          <p:nvPr>
            <p:ph type="pic" idx="2"/>
          </p:nvPr>
        </p:nvSpPr>
        <p:spPr>
          <a:xfrm>
            <a:off x="4568021" y="0"/>
            <a:ext cx="4575979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_Image_Quarter">
  <p:cSld name="Right_Image_Quarter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1"/>
          <p:cNvSpPr>
            <a:spLocks noGrp="1"/>
          </p:cNvSpPr>
          <p:nvPr>
            <p:ph type="pic" idx="2"/>
          </p:nvPr>
        </p:nvSpPr>
        <p:spPr>
          <a:xfrm>
            <a:off x="7086064" y="0"/>
            <a:ext cx="2057936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_Image">
  <p:cSld name="Left_Image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2"/>
          <p:cNvSpPr>
            <a:spLocks noGrp="1"/>
          </p:cNvSpPr>
          <p:nvPr>
            <p:ph type="pic" idx="2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3"/>
          <p:cNvSpPr>
            <a:spLocks noGrp="1"/>
          </p:cNvSpPr>
          <p:nvPr>
            <p:ph type="pic" idx="2"/>
          </p:nvPr>
        </p:nvSpPr>
        <p:spPr>
          <a:xfrm>
            <a:off x="0" y="735806"/>
            <a:ext cx="9144000" cy="252650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_Three_Squares">
  <p:cSld name="Full_Image_Top_Three_Squares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4"/>
          <p:cNvSpPr>
            <a:spLocks noGrp="1"/>
          </p:cNvSpPr>
          <p:nvPr>
            <p:ph type="pic" idx="2"/>
          </p:nvPr>
        </p:nvSpPr>
        <p:spPr>
          <a:xfrm>
            <a:off x="0" y="-1"/>
            <a:ext cx="9144095" cy="24003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74"/>
          <p:cNvSpPr>
            <a:spLocks noGrp="1"/>
          </p:cNvSpPr>
          <p:nvPr>
            <p:ph type="pic" idx="3"/>
          </p:nvPr>
        </p:nvSpPr>
        <p:spPr>
          <a:xfrm>
            <a:off x="1037271" y="857250"/>
            <a:ext cx="2230090" cy="257175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74"/>
          <p:cNvSpPr>
            <a:spLocks noGrp="1"/>
          </p:cNvSpPr>
          <p:nvPr>
            <p:ph type="pic" idx="4"/>
          </p:nvPr>
        </p:nvSpPr>
        <p:spPr>
          <a:xfrm>
            <a:off x="5890570" y="857250"/>
            <a:ext cx="2230090" cy="257175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74"/>
          <p:cNvSpPr>
            <a:spLocks noGrp="1"/>
          </p:cNvSpPr>
          <p:nvPr>
            <p:ph type="pic" idx="5"/>
          </p:nvPr>
        </p:nvSpPr>
        <p:spPr>
          <a:xfrm>
            <a:off x="3463920" y="857250"/>
            <a:ext cx="2230090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Ten">
  <p:cSld name="Team_Ten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5"/>
          <p:cNvSpPr>
            <a:spLocks noGrp="1"/>
          </p:cNvSpPr>
          <p:nvPr>
            <p:ph type="pic" idx="2"/>
          </p:nvPr>
        </p:nvSpPr>
        <p:spPr>
          <a:xfrm>
            <a:off x="1823707" y="1882007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75"/>
          <p:cNvSpPr>
            <a:spLocks noGrp="1"/>
          </p:cNvSpPr>
          <p:nvPr>
            <p:ph type="pic" idx="3"/>
          </p:nvPr>
        </p:nvSpPr>
        <p:spPr>
          <a:xfrm>
            <a:off x="0" y="1882007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75"/>
          <p:cNvSpPr>
            <a:spLocks noGrp="1"/>
          </p:cNvSpPr>
          <p:nvPr>
            <p:ph type="pic" idx="4"/>
          </p:nvPr>
        </p:nvSpPr>
        <p:spPr>
          <a:xfrm>
            <a:off x="7294797" y="1882007"/>
            <a:ext cx="1849203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75"/>
          <p:cNvSpPr>
            <a:spLocks noGrp="1"/>
          </p:cNvSpPr>
          <p:nvPr>
            <p:ph type="pic" idx="5"/>
          </p:nvPr>
        </p:nvSpPr>
        <p:spPr>
          <a:xfrm>
            <a:off x="3647415" y="1882007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75"/>
          <p:cNvSpPr>
            <a:spLocks noGrp="1"/>
          </p:cNvSpPr>
          <p:nvPr>
            <p:ph type="pic" idx="6"/>
          </p:nvPr>
        </p:nvSpPr>
        <p:spPr>
          <a:xfrm>
            <a:off x="5471106" y="1882007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75"/>
          <p:cNvSpPr>
            <a:spLocks noGrp="1"/>
          </p:cNvSpPr>
          <p:nvPr>
            <p:ph type="pic" idx="7"/>
          </p:nvPr>
        </p:nvSpPr>
        <p:spPr>
          <a:xfrm>
            <a:off x="1823707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75"/>
          <p:cNvSpPr>
            <a:spLocks noGrp="1"/>
          </p:cNvSpPr>
          <p:nvPr>
            <p:ph type="pic" idx="8"/>
          </p:nvPr>
        </p:nvSpPr>
        <p:spPr>
          <a:xfrm>
            <a:off x="0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75"/>
          <p:cNvSpPr>
            <a:spLocks noGrp="1"/>
          </p:cNvSpPr>
          <p:nvPr>
            <p:ph type="pic" idx="9"/>
          </p:nvPr>
        </p:nvSpPr>
        <p:spPr>
          <a:xfrm>
            <a:off x="7294797" y="3512872"/>
            <a:ext cx="1849203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75"/>
          <p:cNvSpPr>
            <a:spLocks noGrp="1"/>
          </p:cNvSpPr>
          <p:nvPr>
            <p:ph type="pic" idx="13"/>
          </p:nvPr>
        </p:nvSpPr>
        <p:spPr>
          <a:xfrm>
            <a:off x="3647415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75"/>
          <p:cNvSpPr>
            <a:spLocks noGrp="1"/>
          </p:cNvSpPr>
          <p:nvPr>
            <p:ph type="pic" idx="14"/>
          </p:nvPr>
        </p:nvSpPr>
        <p:spPr>
          <a:xfrm>
            <a:off x="5471106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Three">
  <p:cSld name="Team_Three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6"/>
          <p:cNvSpPr>
            <a:spLocks noGrp="1"/>
          </p:cNvSpPr>
          <p:nvPr>
            <p:ph type="pic" idx="2"/>
          </p:nvPr>
        </p:nvSpPr>
        <p:spPr>
          <a:xfrm>
            <a:off x="1037271" y="1141902"/>
            <a:ext cx="2230090" cy="2312816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76"/>
          <p:cNvSpPr>
            <a:spLocks noGrp="1"/>
          </p:cNvSpPr>
          <p:nvPr>
            <p:ph type="pic" idx="3"/>
          </p:nvPr>
        </p:nvSpPr>
        <p:spPr>
          <a:xfrm>
            <a:off x="5890570" y="1141902"/>
            <a:ext cx="2230090" cy="2312816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76"/>
          <p:cNvSpPr>
            <a:spLocks noGrp="1"/>
          </p:cNvSpPr>
          <p:nvPr>
            <p:ph type="pic" idx="4"/>
          </p:nvPr>
        </p:nvSpPr>
        <p:spPr>
          <a:xfrm>
            <a:off x="3463920" y="1141902"/>
            <a:ext cx="2230090" cy="23128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">
  <p:cSld name="Full_Image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_Image">
  <p:cSld name="Single_Imag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8"/>
          <p:cNvSpPr>
            <a:spLocks noGrp="1"/>
          </p:cNvSpPr>
          <p:nvPr>
            <p:ph type="pic" idx="2"/>
          </p:nvPr>
        </p:nvSpPr>
        <p:spPr>
          <a:xfrm>
            <a:off x="627623" y="1028700"/>
            <a:ext cx="7888755" cy="3600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phone_Mockup">
  <p:cSld name="Smartphone_Mockup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9"/>
          <p:cNvSpPr>
            <a:spLocks noGrp="1"/>
          </p:cNvSpPr>
          <p:nvPr>
            <p:ph type="pic" idx="2"/>
          </p:nvPr>
        </p:nvSpPr>
        <p:spPr>
          <a:xfrm>
            <a:off x="1137665" y="1241425"/>
            <a:ext cx="1337202" cy="233045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79"/>
          <p:cNvSpPr>
            <a:spLocks noGrp="1"/>
          </p:cNvSpPr>
          <p:nvPr>
            <p:ph type="pic" idx="3"/>
          </p:nvPr>
        </p:nvSpPr>
        <p:spPr>
          <a:xfrm>
            <a:off x="3160186" y="1241425"/>
            <a:ext cx="1351489" cy="233045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79"/>
          <p:cNvSpPr>
            <a:spLocks noGrp="1"/>
          </p:cNvSpPr>
          <p:nvPr>
            <p:ph type="pic" idx="4"/>
          </p:nvPr>
        </p:nvSpPr>
        <p:spPr>
          <a:xfrm>
            <a:off x="2068706" y="1008485"/>
            <a:ext cx="1709544" cy="2956835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79"/>
          <p:cNvSpPr txBox="1">
            <a:spLocks noGrp="1"/>
          </p:cNvSpPr>
          <p:nvPr>
            <p:ph type="body" idx="1"/>
          </p:nvPr>
        </p:nvSpPr>
        <p:spPr>
          <a:xfrm>
            <a:off x="4852987" y="1345300"/>
            <a:ext cx="38338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_Mockup">
  <p:cSld name="Laptop_Mockup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0"/>
          <p:cNvSpPr txBox="1">
            <a:spLocks noGrp="1"/>
          </p:cNvSpPr>
          <p:nvPr>
            <p:ph type="body" idx="1"/>
          </p:nvPr>
        </p:nvSpPr>
        <p:spPr>
          <a:xfrm>
            <a:off x="676565" y="1520033"/>
            <a:ext cx="3895434" cy="3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80"/>
          <p:cNvSpPr>
            <a:spLocks noGrp="1"/>
          </p:cNvSpPr>
          <p:nvPr>
            <p:ph type="pic" idx="2"/>
          </p:nvPr>
        </p:nvSpPr>
        <p:spPr>
          <a:xfrm>
            <a:off x="4924425" y="840641"/>
            <a:ext cx="4533900" cy="297519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_Mockup">
  <p:cSld name="Tablet_Mockup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1"/>
          <p:cNvSpPr txBox="1">
            <a:spLocks noGrp="1"/>
          </p:cNvSpPr>
          <p:nvPr>
            <p:ph type="body" idx="1"/>
          </p:nvPr>
        </p:nvSpPr>
        <p:spPr>
          <a:xfrm>
            <a:off x="4571638" y="1204046"/>
            <a:ext cx="4115162" cy="3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8" name="Google Shape;278;p81"/>
          <p:cNvSpPr>
            <a:spLocks noGrp="1"/>
          </p:cNvSpPr>
          <p:nvPr>
            <p:ph type="pic" idx="2"/>
          </p:nvPr>
        </p:nvSpPr>
        <p:spPr>
          <a:xfrm>
            <a:off x="-3992" y="847725"/>
            <a:ext cx="3549960" cy="354568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One_Third_Right">
  <p:cSld name="Infographic_One_Third_Right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2"/>
          <p:cNvSpPr txBox="1">
            <a:spLocks noGrp="1"/>
          </p:cNvSpPr>
          <p:nvPr>
            <p:ph type="body" idx="1"/>
          </p:nvPr>
        </p:nvSpPr>
        <p:spPr>
          <a:xfrm>
            <a:off x="635508" y="530352"/>
            <a:ext cx="3936492" cy="33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Two_Thirds_Left">
  <p:cSld name="Infographic_Two_Thirds_Lef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3"/>
          <p:cNvSpPr txBox="1">
            <a:spLocks noGrp="1"/>
          </p:cNvSpPr>
          <p:nvPr>
            <p:ph type="body" idx="1"/>
          </p:nvPr>
        </p:nvSpPr>
        <p:spPr>
          <a:xfrm>
            <a:off x="6481015" y="544068"/>
            <a:ext cx="2205785" cy="675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Two_Thirds_Right">
  <p:cSld name="Infographic_Two_Thirds_Righ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4"/>
          <p:cNvSpPr txBox="1">
            <a:spLocks noGrp="1"/>
          </p:cNvSpPr>
          <p:nvPr>
            <p:ph type="body" idx="1"/>
          </p:nvPr>
        </p:nvSpPr>
        <p:spPr>
          <a:xfrm>
            <a:off x="644652" y="1376172"/>
            <a:ext cx="3927348" cy="62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84"/>
          <p:cNvSpPr txBox="1">
            <a:spLocks noGrp="1"/>
          </p:cNvSpPr>
          <p:nvPr>
            <p:ph type="body" idx="2"/>
          </p:nvPr>
        </p:nvSpPr>
        <p:spPr>
          <a:xfrm>
            <a:off x="697936" y="2343863"/>
            <a:ext cx="3874064" cy="22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533"/>
              <a:buNone/>
              <a:defRPr sz="95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graphic_Half_Right">
  <p:cSld name="Infographic_Half_Right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5"/>
          <p:cNvSpPr txBox="1">
            <a:spLocks noGrp="1"/>
          </p:cNvSpPr>
          <p:nvPr>
            <p:ph type="body" idx="1"/>
          </p:nvPr>
        </p:nvSpPr>
        <p:spPr>
          <a:xfrm>
            <a:off x="644652" y="1469945"/>
            <a:ext cx="3927348" cy="62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5599"/>
              <a:buNone/>
              <a:defRPr sz="21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  <p15:guide id="2" pos="5365">
          <p15:clr>
            <a:srgbClr val="FBAE40"/>
          </p15:clr>
        </p15:guide>
        <p15:guide id="3" orient="horz" pos="2970">
          <p15:clr>
            <a:srgbClr val="FBAE40"/>
          </p15:clr>
        </p15:guide>
        <p15:guide id="4" orient="horz" pos="189">
          <p15:clr>
            <a:srgbClr val="FBAE40"/>
          </p15:clr>
        </p15:guide>
        <p15:guide id="5" orient="horz" pos="864">
          <p15:clr>
            <a:srgbClr val="FBAE40"/>
          </p15:clr>
        </p15:guide>
        <p15:guide id="6" pos="828">
          <p15:clr>
            <a:srgbClr val="FBAE40"/>
          </p15:clr>
        </p15:guide>
        <p15:guide id="7" pos="4933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" type="tx">
  <p:cSld name="TITLE_AND_BODY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125293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">
  <p:cSld name="Full_Image_Top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8"/>
          <p:cNvSpPr>
            <a:spLocks noGrp="1"/>
          </p:cNvSpPr>
          <p:nvPr>
            <p:ph type="pic" idx="2"/>
          </p:nvPr>
        </p:nvSpPr>
        <p:spPr>
          <a:xfrm>
            <a:off x="0" y="-1"/>
            <a:ext cx="9144095" cy="240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Top_Taller">
  <p:cSld name="Full_Image_Top_Taller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_Image_Center">
  <p:cSld name="Full_Image_Center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0"/>
          <p:cNvSpPr>
            <a:spLocks noGrp="1"/>
          </p:cNvSpPr>
          <p:nvPr>
            <p:ph type="pic" idx="2"/>
          </p:nvPr>
        </p:nvSpPr>
        <p:spPr>
          <a:xfrm>
            <a:off x="0" y="1371600"/>
            <a:ext cx="9144095" cy="240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">
  <p:cSld name="Two_Images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1"/>
          <p:cNvSpPr>
            <a:spLocks noGrp="1"/>
          </p:cNvSpPr>
          <p:nvPr>
            <p:ph type="pic" idx="2"/>
          </p:nvPr>
        </p:nvSpPr>
        <p:spPr>
          <a:xfrm>
            <a:off x="4829242" y="1028700"/>
            <a:ext cx="3687135" cy="360045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91"/>
          <p:cNvSpPr>
            <a:spLocks noGrp="1"/>
          </p:cNvSpPr>
          <p:nvPr>
            <p:ph type="pic" idx="3"/>
          </p:nvPr>
        </p:nvSpPr>
        <p:spPr>
          <a:xfrm>
            <a:off x="627623" y="1028700"/>
            <a:ext cx="3687135" cy="3600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_Wide">
  <p:cSld name="Two_Images_Wid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2"/>
          <p:cNvSpPr>
            <a:spLocks noGrp="1"/>
          </p:cNvSpPr>
          <p:nvPr>
            <p:ph type="pic" idx="2"/>
          </p:nvPr>
        </p:nvSpPr>
        <p:spPr>
          <a:xfrm>
            <a:off x="0" y="0"/>
            <a:ext cx="5366028" cy="2575179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92"/>
          <p:cNvSpPr>
            <a:spLocks noGrp="1"/>
          </p:cNvSpPr>
          <p:nvPr>
            <p:ph type="pic" idx="3"/>
          </p:nvPr>
        </p:nvSpPr>
        <p:spPr>
          <a:xfrm>
            <a:off x="3781655" y="2575179"/>
            <a:ext cx="5366028" cy="257517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_Images">
  <p:cSld name="Three_Im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3"/>
          <p:cNvSpPr/>
          <p:nvPr/>
        </p:nvSpPr>
        <p:spPr>
          <a:xfrm>
            <a:off x="6087712" y="4562475"/>
            <a:ext cx="3054446" cy="581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3"/>
          <p:cNvSpPr>
            <a:spLocks noGrp="1"/>
          </p:cNvSpPr>
          <p:nvPr>
            <p:ph type="pic" idx="2"/>
          </p:nvPr>
        </p:nvSpPr>
        <p:spPr>
          <a:xfrm>
            <a:off x="6087712" y="0"/>
            <a:ext cx="3056288" cy="2575932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93"/>
          <p:cNvSpPr>
            <a:spLocks noGrp="1"/>
          </p:cNvSpPr>
          <p:nvPr>
            <p:ph type="pic" idx="3"/>
          </p:nvPr>
        </p:nvSpPr>
        <p:spPr>
          <a:xfrm>
            <a:off x="-3683" y="0"/>
            <a:ext cx="3056288" cy="2575932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93"/>
          <p:cNvSpPr>
            <a:spLocks noGrp="1"/>
          </p:cNvSpPr>
          <p:nvPr>
            <p:ph type="pic" idx="4"/>
          </p:nvPr>
        </p:nvSpPr>
        <p:spPr>
          <a:xfrm>
            <a:off x="3050764" y="2575931"/>
            <a:ext cx="3036948" cy="2567569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93"/>
          <p:cNvSpPr/>
          <p:nvPr/>
        </p:nvSpPr>
        <p:spPr>
          <a:xfrm>
            <a:off x="6087712" y="4562475"/>
            <a:ext cx="3054446" cy="581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3"/>
          <p:cNvSpPr/>
          <p:nvPr/>
        </p:nvSpPr>
        <p:spPr>
          <a:xfrm>
            <a:off x="6087712" y="4562475"/>
            <a:ext cx="3054446" cy="581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4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48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Images_Top">
  <p:cSld name="Two_Images_Top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5"/>
          <p:cNvSpPr>
            <a:spLocks noGrp="1"/>
          </p:cNvSpPr>
          <p:nvPr>
            <p:ph type="pic" idx="2"/>
          </p:nvPr>
        </p:nvSpPr>
        <p:spPr>
          <a:xfrm>
            <a:off x="4570333" y="0"/>
            <a:ext cx="4570333" cy="3060383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95"/>
          <p:cNvSpPr>
            <a:spLocks noGrp="1"/>
          </p:cNvSpPr>
          <p:nvPr>
            <p:ph type="pic" idx="3"/>
          </p:nvPr>
        </p:nvSpPr>
        <p:spPr>
          <a:xfrm>
            <a:off x="0" y="0"/>
            <a:ext cx="4570333" cy="306038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_Right_Image">
  <p:cSld name="Logo_Right_Image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6"/>
          <p:cNvSpPr>
            <a:spLocks noGrp="1"/>
          </p:cNvSpPr>
          <p:nvPr>
            <p:ph type="pic" idx="2"/>
          </p:nvPr>
        </p:nvSpPr>
        <p:spPr>
          <a:xfrm>
            <a:off x="3329506" y="0"/>
            <a:ext cx="5814494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96"/>
          <p:cNvSpPr>
            <a:spLocks noGrp="1"/>
          </p:cNvSpPr>
          <p:nvPr>
            <p:ph type="pic" idx="3"/>
          </p:nvPr>
        </p:nvSpPr>
        <p:spPr>
          <a:xfrm>
            <a:off x="1054065" y="628050"/>
            <a:ext cx="1204645" cy="122942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_Left">
  <p:cSld name="Collage_Left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7"/>
          <p:cNvSpPr>
            <a:spLocks noGrp="1"/>
          </p:cNvSpPr>
          <p:nvPr>
            <p:ph type="pic" idx="2"/>
          </p:nvPr>
        </p:nvSpPr>
        <p:spPr>
          <a:xfrm>
            <a:off x="2613390" y="752527"/>
            <a:ext cx="1446298" cy="1976551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97"/>
          <p:cNvSpPr>
            <a:spLocks noGrp="1"/>
          </p:cNvSpPr>
          <p:nvPr>
            <p:ph type="pic" idx="3"/>
          </p:nvPr>
        </p:nvSpPr>
        <p:spPr>
          <a:xfrm>
            <a:off x="2605413" y="2848951"/>
            <a:ext cx="1454275" cy="1823061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97"/>
          <p:cNvSpPr>
            <a:spLocks noGrp="1"/>
          </p:cNvSpPr>
          <p:nvPr>
            <p:ph type="pic" idx="4"/>
          </p:nvPr>
        </p:nvSpPr>
        <p:spPr>
          <a:xfrm>
            <a:off x="1036308" y="752526"/>
            <a:ext cx="1454275" cy="1155573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97"/>
          <p:cNvSpPr>
            <a:spLocks noGrp="1"/>
          </p:cNvSpPr>
          <p:nvPr>
            <p:ph type="pic" idx="5"/>
          </p:nvPr>
        </p:nvSpPr>
        <p:spPr>
          <a:xfrm>
            <a:off x="1036308" y="2036408"/>
            <a:ext cx="1454275" cy="26356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_Right">
  <p:cSld name="Collage_Right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8"/>
          <p:cNvSpPr>
            <a:spLocks noGrp="1"/>
          </p:cNvSpPr>
          <p:nvPr>
            <p:ph type="pic" idx="2"/>
          </p:nvPr>
        </p:nvSpPr>
        <p:spPr>
          <a:xfrm>
            <a:off x="5057189" y="752527"/>
            <a:ext cx="1446298" cy="1976551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98"/>
          <p:cNvSpPr>
            <a:spLocks noGrp="1"/>
          </p:cNvSpPr>
          <p:nvPr>
            <p:ph type="pic" idx="3"/>
          </p:nvPr>
        </p:nvSpPr>
        <p:spPr>
          <a:xfrm>
            <a:off x="5049212" y="2848951"/>
            <a:ext cx="1454275" cy="1823061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98"/>
          <p:cNvSpPr>
            <a:spLocks noGrp="1"/>
          </p:cNvSpPr>
          <p:nvPr>
            <p:ph type="pic" idx="4"/>
          </p:nvPr>
        </p:nvSpPr>
        <p:spPr>
          <a:xfrm>
            <a:off x="6644183" y="752526"/>
            <a:ext cx="1454275" cy="1155573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98"/>
          <p:cNvSpPr>
            <a:spLocks noGrp="1"/>
          </p:cNvSpPr>
          <p:nvPr>
            <p:ph type="pic" idx="5"/>
          </p:nvPr>
        </p:nvSpPr>
        <p:spPr>
          <a:xfrm>
            <a:off x="6644183" y="2036408"/>
            <a:ext cx="1454275" cy="26356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lage">
  <p:cSld name="Collage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9"/>
          <p:cNvSpPr>
            <a:spLocks noGrp="1"/>
          </p:cNvSpPr>
          <p:nvPr>
            <p:ph type="pic" idx="2"/>
          </p:nvPr>
        </p:nvSpPr>
        <p:spPr>
          <a:xfrm>
            <a:off x="7294797" y="0"/>
            <a:ext cx="1849203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99"/>
          <p:cNvSpPr>
            <a:spLocks noGrp="1"/>
          </p:cNvSpPr>
          <p:nvPr>
            <p:ph type="pic" idx="3"/>
          </p:nvPr>
        </p:nvSpPr>
        <p:spPr>
          <a:xfrm>
            <a:off x="3647415" y="0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99"/>
          <p:cNvSpPr>
            <a:spLocks noGrp="1"/>
          </p:cNvSpPr>
          <p:nvPr>
            <p:ph type="pic" idx="4"/>
          </p:nvPr>
        </p:nvSpPr>
        <p:spPr>
          <a:xfrm>
            <a:off x="5471106" y="0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99"/>
          <p:cNvSpPr>
            <a:spLocks noGrp="1"/>
          </p:cNvSpPr>
          <p:nvPr>
            <p:ph type="pic" idx="5"/>
          </p:nvPr>
        </p:nvSpPr>
        <p:spPr>
          <a:xfrm>
            <a:off x="1823707" y="0"/>
            <a:ext cx="182370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99"/>
          <p:cNvSpPr>
            <a:spLocks noGrp="1"/>
          </p:cNvSpPr>
          <p:nvPr>
            <p:ph type="pic" idx="6"/>
          </p:nvPr>
        </p:nvSpPr>
        <p:spPr>
          <a:xfrm>
            <a:off x="0" y="0"/>
            <a:ext cx="182370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99"/>
          <p:cNvSpPr>
            <a:spLocks noGrp="1"/>
          </p:cNvSpPr>
          <p:nvPr>
            <p:ph type="pic" idx="7"/>
          </p:nvPr>
        </p:nvSpPr>
        <p:spPr>
          <a:xfrm>
            <a:off x="7294797" y="3512872"/>
            <a:ext cx="1849203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99"/>
          <p:cNvSpPr>
            <a:spLocks noGrp="1"/>
          </p:cNvSpPr>
          <p:nvPr>
            <p:ph type="pic" idx="8"/>
          </p:nvPr>
        </p:nvSpPr>
        <p:spPr>
          <a:xfrm>
            <a:off x="3647415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99"/>
          <p:cNvSpPr>
            <a:spLocks noGrp="1"/>
          </p:cNvSpPr>
          <p:nvPr>
            <p:ph type="pic" idx="9"/>
          </p:nvPr>
        </p:nvSpPr>
        <p:spPr>
          <a:xfrm>
            <a:off x="5471106" y="3512872"/>
            <a:ext cx="1823707" cy="16306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Four">
  <p:cSld name="Team_Four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0"/>
          <p:cNvSpPr>
            <a:spLocks noGrp="1"/>
          </p:cNvSpPr>
          <p:nvPr>
            <p:ph type="pic" idx="2"/>
          </p:nvPr>
        </p:nvSpPr>
        <p:spPr>
          <a:xfrm>
            <a:off x="2729414" y="1584060"/>
            <a:ext cx="1701305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100"/>
          <p:cNvSpPr>
            <a:spLocks noGrp="1"/>
          </p:cNvSpPr>
          <p:nvPr>
            <p:ph type="pic" idx="3"/>
          </p:nvPr>
        </p:nvSpPr>
        <p:spPr>
          <a:xfrm>
            <a:off x="731502" y="1584060"/>
            <a:ext cx="1701305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100"/>
          <p:cNvSpPr>
            <a:spLocks noGrp="1"/>
          </p:cNvSpPr>
          <p:nvPr>
            <p:ph type="pic" idx="4"/>
          </p:nvPr>
        </p:nvSpPr>
        <p:spPr>
          <a:xfrm>
            <a:off x="6725240" y="1584060"/>
            <a:ext cx="1701305" cy="1630628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100"/>
          <p:cNvSpPr>
            <a:spLocks noGrp="1"/>
          </p:cNvSpPr>
          <p:nvPr>
            <p:ph type="pic" idx="5"/>
          </p:nvPr>
        </p:nvSpPr>
        <p:spPr>
          <a:xfrm>
            <a:off x="4727328" y="1584060"/>
            <a:ext cx="1701305" cy="16306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_Six">
  <p:cSld name="Team_Six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1"/>
          <p:cNvSpPr>
            <a:spLocks noGrp="1"/>
          </p:cNvSpPr>
          <p:nvPr>
            <p:ph type="pic" idx="2"/>
          </p:nvPr>
        </p:nvSpPr>
        <p:spPr>
          <a:xfrm>
            <a:off x="3561164" y="2905263"/>
            <a:ext cx="2034991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101"/>
          <p:cNvSpPr>
            <a:spLocks noGrp="1"/>
          </p:cNvSpPr>
          <p:nvPr>
            <p:ph type="pic" idx="3"/>
          </p:nvPr>
        </p:nvSpPr>
        <p:spPr>
          <a:xfrm>
            <a:off x="6011979" y="2905263"/>
            <a:ext cx="2034991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101"/>
          <p:cNvSpPr>
            <a:spLocks noGrp="1"/>
          </p:cNvSpPr>
          <p:nvPr>
            <p:ph type="pic" idx="4"/>
          </p:nvPr>
        </p:nvSpPr>
        <p:spPr>
          <a:xfrm>
            <a:off x="1099955" y="2905263"/>
            <a:ext cx="2034991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101"/>
          <p:cNvSpPr>
            <a:spLocks noGrp="1"/>
          </p:cNvSpPr>
          <p:nvPr>
            <p:ph type="pic" idx="5"/>
          </p:nvPr>
        </p:nvSpPr>
        <p:spPr>
          <a:xfrm>
            <a:off x="3561164" y="1200150"/>
            <a:ext cx="2034991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101"/>
          <p:cNvSpPr>
            <a:spLocks noGrp="1"/>
          </p:cNvSpPr>
          <p:nvPr>
            <p:ph type="pic" idx="6"/>
          </p:nvPr>
        </p:nvSpPr>
        <p:spPr>
          <a:xfrm>
            <a:off x="6011979" y="1200150"/>
            <a:ext cx="2034991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101"/>
          <p:cNvSpPr>
            <a:spLocks noGrp="1"/>
          </p:cNvSpPr>
          <p:nvPr>
            <p:ph type="pic" idx="7"/>
          </p:nvPr>
        </p:nvSpPr>
        <p:spPr>
          <a:xfrm>
            <a:off x="1099955" y="1200150"/>
            <a:ext cx="2034991" cy="137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ull_Image_Top_Taller">
  <p:cSld name="1_Full_Image_Top_Talle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Quote">
  <p:cSld name="1_Quote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4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48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Full_Image_Top_Taller">
  <p:cSld name="2_Full_Image_Top_Taller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08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Quote">
  <p:cSld name="2_Quot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7"/>
          <p:cNvSpPr>
            <a:spLocks noGrp="1"/>
          </p:cNvSpPr>
          <p:nvPr>
            <p:ph type="pic" idx="2"/>
          </p:nvPr>
        </p:nvSpPr>
        <p:spPr>
          <a:xfrm>
            <a:off x="4571952" y="0"/>
            <a:ext cx="4572048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0.xml"/><Relationship Id="rId3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>
            <a:spLocks noGrp="1"/>
          </p:cNvSpPr>
          <p:nvPr>
            <p:ph type="title"/>
          </p:nvPr>
        </p:nvSpPr>
        <p:spPr>
          <a:xfrm>
            <a:off x="627623" y="257175"/>
            <a:ext cx="78888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body" idx="1"/>
          </p:nvPr>
        </p:nvSpPr>
        <p:spPr>
          <a:xfrm>
            <a:off x="638178" y="1369219"/>
            <a:ext cx="7878300" cy="3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7"/>
          <p:cNvSpPr/>
          <p:nvPr/>
        </p:nvSpPr>
        <p:spPr>
          <a:xfrm>
            <a:off x="8410551" y="257175"/>
            <a:ext cx="105900" cy="1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 sz="7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6" r:id="rId34"/>
    <p:sldLayoutId id="2147483707" r:id="rId35"/>
    <p:sldLayoutId id="2147483709" r:id="rId36"/>
    <p:sldLayoutId id="2147483710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>
          <p15:clr>
            <a:srgbClr val="F26B43"/>
          </p15:clr>
        </p15:guide>
        <p15:guide id="2" pos="287">
          <p15:clr>
            <a:srgbClr val="F26B43"/>
          </p15:clr>
        </p15:guide>
        <p15:guide id="3" pos="395">
          <p15:clr>
            <a:srgbClr val="F26B43"/>
          </p15:clr>
        </p15:guide>
        <p15:guide id="4" pos="179">
          <p15:clr>
            <a:srgbClr val="F26B43"/>
          </p15:clr>
        </p15:guide>
        <p15:guide id="5" pos="5581">
          <p15:clr>
            <a:srgbClr val="F26B43"/>
          </p15:clr>
        </p15:guide>
        <p15:guide id="6" pos="5473">
          <p15:clr>
            <a:srgbClr val="F26B43"/>
          </p15:clr>
        </p15:guide>
        <p15:guide id="7" pos="5365">
          <p15:clr>
            <a:srgbClr val="F26B43"/>
          </p15:clr>
        </p15:guide>
        <p15:guide id="8" orient="horz" pos="2916">
          <p15:clr>
            <a:srgbClr val="F26B43"/>
          </p15:clr>
        </p15:guide>
        <p15:guide id="9" orient="horz" pos="3078">
          <p15:clr>
            <a:srgbClr val="F26B43"/>
          </p15:clr>
        </p15:guide>
        <p15:guide id="10" orient="horz" pos="2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7"/>
          <p:cNvSpPr txBox="1">
            <a:spLocks noGrp="1"/>
          </p:cNvSpPr>
          <p:nvPr>
            <p:ph type="title"/>
          </p:nvPr>
        </p:nvSpPr>
        <p:spPr>
          <a:xfrm>
            <a:off x="627623" y="257175"/>
            <a:ext cx="7888754" cy="101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67"/>
          <p:cNvSpPr txBox="1">
            <a:spLocks noGrp="1"/>
          </p:cNvSpPr>
          <p:nvPr>
            <p:ph type="body" idx="1"/>
          </p:nvPr>
        </p:nvSpPr>
        <p:spPr>
          <a:xfrm>
            <a:off x="638178" y="1369219"/>
            <a:ext cx="7878199" cy="3259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marR="0" lvl="0" indent="-5334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67"/>
          <p:cNvSpPr/>
          <p:nvPr/>
        </p:nvSpPr>
        <p:spPr>
          <a:xfrm>
            <a:off x="8410551" y="257175"/>
            <a:ext cx="105826" cy="1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fld id="{00000000-1234-1234-1234-123412341234}" type="slidenum">
              <a:rPr lang="en" sz="6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75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6" r:id="rId35"/>
    <p:sldLayoutId id="2147483747" r:id="rId36"/>
    <p:sldLayoutId id="2147483749" r:id="rId37"/>
    <p:sldLayoutId id="2147483750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>
          <p15:clr>
            <a:srgbClr val="F26B43"/>
          </p15:clr>
        </p15:guide>
        <p15:guide id="2" pos="287">
          <p15:clr>
            <a:srgbClr val="F26B43"/>
          </p15:clr>
        </p15:guide>
        <p15:guide id="3" pos="395">
          <p15:clr>
            <a:srgbClr val="F26B43"/>
          </p15:clr>
        </p15:guide>
        <p15:guide id="4" pos="179">
          <p15:clr>
            <a:srgbClr val="F26B43"/>
          </p15:clr>
        </p15:guide>
        <p15:guide id="5" pos="5581">
          <p15:clr>
            <a:srgbClr val="F26B43"/>
          </p15:clr>
        </p15:guide>
        <p15:guide id="6" pos="5473">
          <p15:clr>
            <a:srgbClr val="F26B43"/>
          </p15:clr>
        </p15:guide>
        <p15:guide id="7" pos="5365">
          <p15:clr>
            <a:srgbClr val="F26B43"/>
          </p15:clr>
        </p15:guide>
        <p15:guide id="8" orient="horz" pos="2916">
          <p15:clr>
            <a:srgbClr val="F26B43"/>
          </p15:clr>
        </p15:guide>
        <p15:guide id="9" orient="horz" pos="3078">
          <p15:clr>
            <a:srgbClr val="F26B43"/>
          </p15:clr>
        </p15:guide>
        <p15:guide id="10" orient="horz" pos="27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" name="Google Shape;364;p108"/>
          <p:cNvCxnSpPr/>
          <p:nvPr/>
        </p:nvCxnSpPr>
        <p:spPr>
          <a:xfrm rot="10800000">
            <a:off x="7144388" y="3779300"/>
            <a:ext cx="10290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5" name="Google Shape;365;p108"/>
          <p:cNvSpPr txBox="1"/>
          <p:nvPr/>
        </p:nvSpPr>
        <p:spPr>
          <a:xfrm>
            <a:off x="627623" y="2571750"/>
            <a:ext cx="7545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b" anchorCtr="0">
            <a:no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</a:rPr>
              <a:t>CRO | AMU | LP | Next Gen 360 Campaign (mobile) | /military-degrees/overview (10893)</a:t>
            </a:r>
            <a:r>
              <a:rPr lang="en-US" sz="1200" err="1">
                <a:solidFill>
                  <a:schemeClr val="dk1"/>
                </a:solidFill>
              </a:rPr>
              <a:t/>
            </a:r>
            <a:r>
              <a:rPr lang="en-US" sz="1200" dirty="0">
                <a:solidFill>
                  <a:schemeClr val="dk1"/>
                </a:solidFill>
              </a:rPr>
              <a:t/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8"/>
          <p:cNvSpPr txBox="1"/>
          <p:nvPr/>
        </p:nvSpPr>
        <p:spPr>
          <a:xfrm>
            <a:off x="627623" y="3200400"/>
            <a:ext cx="75459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algn="r">
              <a:buSzPts val="1700"/>
            </a:pPr>
            <a:r>
              <a:rPr lang="en" sz="1700" dirty="0">
                <a:solidFill>
                  <a:schemeClr val="dk1"/>
                </a:solidFill>
              </a:rPr>
              <a:t>American Military University</a:t>
            </a:r>
            <a:r>
              <a:rPr lang="en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8"/>
          <p:cNvSpPr txBox="1"/>
          <p:nvPr/>
        </p:nvSpPr>
        <p:spPr>
          <a:xfrm>
            <a:off x="627623" y="4060936"/>
            <a:ext cx="7545900" cy="2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  | 2026</a:t>
            </a:r>
            <a:r>
              <a:rPr lang="en" sz="1100" dirty="0">
                <a:solidFill>
                  <a:schemeClr val="dk1"/>
                </a:solidFill>
              </a:rPr>
              <a:t/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671" y="600075"/>
            <a:ext cx="1371598" cy="55549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8"/>
          <p:cNvSpPr txBox="1"/>
          <p:nvPr/>
        </p:nvSpPr>
        <p:spPr>
          <a:xfrm>
            <a:off x="189359" y="4788897"/>
            <a:ext cx="7984200" cy="1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1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American Public Education Inc. Do Not Distribute.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47848E-0917-6B51-4041-95E6DB28EE00}"/>
              </a:ext>
            </a:extLst>
          </p:cNvPr>
          <p:cNvSpPr/>
          <p:nvPr/>
        </p:nvSpPr>
        <p:spPr>
          <a:xfrm>
            <a:off x="202367" y="0"/>
            <a:ext cx="112427" cy="9443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K" sz="1013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3D8F1D-A9BC-C6E1-826E-840694C289C7}"/>
              </a:ext>
            </a:extLst>
          </p:cNvPr>
          <p:cNvSpPr/>
          <p:nvPr/>
        </p:nvSpPr>
        <p:spPr>
          <a:xfrm>
            <a:off x="8248455" y="94117"/>
            <a:ext cx="751246" cy="2206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6" rIns="0"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>
                <a:latin typeface="Montserrat"/>
              </a:rPr>
              <a:t>RESULTS</a:t>
            </a:r>
            <a:endParaRPr lang="en-US" sz="675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76EB5F62-F82F-C036-BCBE-534ADAAE9BBA}"/>
              </a:ext>
            </a:extLst>
          </p:cNvPr>
          <p:cNvSpPr/>
          <p:nvPr/>
        </p:nvSpPr>
        <p:spPr>
          <a:xfrm flipV="1">
            <a:off x="8874307" y="314792"/>
            <a:ext cx="127284" cy="11526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13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37C0F-9129-7526-7713-75E2BAB50D8A}"/>
              </a:ext>
            </a:extLst>
          </p:cNvPr>
          <p:cNvSpPr txBox="1"/>
          <p:nvPr/>
        </p:nvSpPr>
        <p:spPr>
          <a:xfrm>
            <a:off x="314794" y="314793"/>
            <a:ext cx="844082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dk1"/>
                </a:solidFill>
                <a:latin typeface="Arial"/>
                <a:cs typeface="Arial"/>
              </a:rPr>
              <a:t>CRO | AMU | LP | Next Gen 360 Campaign (mobile) | /military-degrees/overview (10893)</a:t>
            </a:r>
            <a:r>
              <a:rPr lang="en-US" sz="1200" dirty="0" err="1">
                <a:solidFill>
                  <a:schemeClr val="dk1"/>
                </a:solidFill>
                <a:latin typeface="Arial"/>
                <a:cs typeface="Arial"/>
              </a:rPr>
              <a:t/>
            </a:r>
            <a:r>
              <a:rPr lang="en-US" sz="1200" dirty="0">
                <a:solidFill>
                  <a:schemeClr val="dk1"/>
                </a:solidFill>
                <a:latin typeface="Arial"/>
                <a:cs typeface="Arial"/>
              </a:rPr>
              <a:t/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42E4CD-1F45-8F78-730B-EFBDE780494B}"/>
              </a:ext>
            </a:extLst>
          </p:cNvPr>
          <p:cNvSpPr/>
          <p:nvPr/>
        </p:nvSpPr>
        <p:spPr>
          <a:xfrm>
            <a:off x="197575" y="946480"/>
            <a:ext cx="3728397" cy="13819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900" dirty="0">
              <a:ea typeface="+mn-lt"/>
              <a:cs typeface="+mn-lt"/>
            </a:endParaRPr>
          </a:p>
          <a:p>
            <a:r>
              <a:rPr lang="en" sz="1100" b="1" dirty="0">
                <a:latin typeface="Source Sans Pro"/>
                <a:ea typeface="Source Sans Pro"/>
                <a:cs typeface="Arial"/>
              </a:rPr>
              <a:t>If</a:t>
            </a:r>
            <a:r>
              <a:rPr lang="en" sz="1100" dirty="0">
                <a:latin typeface="Source Sans Pro"/>
                <a:ea typeface="Source Sans Pro"/>
                <a:cs typeface="Arial"/>
              </a:rPr>
              <a:t> we use the Next Gen 360 mobile hero copy, </a:t>
            </a:r>
            <a:endParaRPr lang="en-US" sz="1100">
              <a:latin typeface="Source Sans Pro"/>
              <a:ea typeface="Source Sans Pro"/>
              <a:cs typeface="Arial"/>
            </a:endParaRPr>
          </a:p>
          <a:p>
            <a:r>
              <a:rPr lang="en" sz="1100" b="1" dirty="0">
                <a:latin typeface="Source Sans Pro"/>
                <a:ea typeface="Source Sans Pro"/>
                <a:cs typeface="Arial"/>
              </a:rPr>
              <a:t>then</a:t>
            </a:r>
            <a:r>
              <a:rPr lang="en" sz="1100" dirty="0">
                <a:latin typeface="Source Sans Pro"/>
                <a:ea typeface="Source Sans Pro"/>
                <a:cs typeface="Arial"/>
              </a:rPr>
              <a:t> brand RFI will match or beat the control, </a:t>
            </a:r>
            <a:endParaRPr lang="en-US" sz="1100">
              <a:latin typeface="Source Sans Pro"/>
              <a:ea typeface="Source Sans Pro"/>
              <a:cs typeface="Arial"/>
            </a:endParaRPr>
          </a:p>
          <a:p>
            <a:r>
              <a:rPr lang="en" sz="1100" b="1" dirty="0">
                <a:latin typeface="Source Sans Pro"/>
                <a:ea typeface="Source Sans Pro"/>
                <a:cs typeface="Arial"/>
              </a:rPr>
              <a:t>because</a:t>
            </a:r>
            <a:r>
              <a:rPr lang="en" sz="1100" dirty="0">
                <a:latin typeface="Source Sans Pro"/>
                <a:ea typeface="Source Sans Pro"/>
                <a:cs typeface="Arial"/>
              </a:rPr>
              <a:t> the copy keeps the same military value proposition.</a:t>
            </a:r>
            <a:endParaRPr lang="en-US" sz="1100">
              <a:latin typeface="Source Sans Pro"/>
              <a:ea typeface="Source Sans Pro"/>
              <a:cs typeface="Arial"/>
            </a:endParaRPr>
          </a:p>
          <a:p>
            <a:pPr algn="just"/>
            <a:endParaRPr lang="en-US" sz="600" dirty="0">
              <a:latin typeface="Arial"/>
              <a:ea typeface="+mn-lt"/>
              <a:cs typeface="Arial"/>
            </a:endParaRPr>
          </a:p>
          <a:p>
            <a:pPr algn="just"/>
            <a:endParaRPr lang="en-US" sz="600" dirty="0">
              <a:latin typeface="Arial"/>
              <a:ea typeface="+mn-lt"/>
              <a:cs typeface="Arial"/>
            </a:endParaRPr>
          </a:p>
          <a:p>
            <a:pPr algn="just"/>
            <a:endParaRPr lang="en-US" sz="600" dirty="0">
              <a:latin typeface="Arial"/>
              <a:ea typeface="+mn-lt"/>
              <a:cs typeface="Arial"/>
            </a:endParaRPr>
          </a:p>
          <a:p>
            <a:pPr algn="just"/>
            <a:endParaRPr lang="en-US" sz="600" dirty="0">
              <a:latin typeface="Arial"/>
              <a:ea typeface="+mn-lt"/>
              <a:cs typeface="Arial"/>
            </a:endParaRPr>
          </a:p>
          <a:p>
            <a:pPr algn="just">
              <a:lnSpc>
                <a:spcPct val="120000"/>
              </a:lnSpc>
            </a:pPr>
            <a:endParaRPr lang="en-US" sz="600" dirty="0">
              <a:latin typeface="Poppins Light"/>
              <a:ea typeface="+mn-lt"/>
              <a:cs typeface="Poppins Ligh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FE7BF8-AA2B-F3FF-F992-FE4F8D4D7598}"/>
              </a:ext>
            </a:extLst>
          </p:cNvPr>
          <p:cNvSpPr/>
          <p:nvPr/>
        </p:nvSpPr>
        <p:spPr>
          <a:xfrm>
            <a:off x="452399" y="795449"/>
            <a:ext cx="1350499" cy="30166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algn="ctr">
              <a:spcBef>
                <a:spcPts val="47"/>
              </a:spcBef>
            </a:pPr>
            <a:r>
              <a:rPr lang="en-US" sz="1050" b="1">
                <a:solidFill>
                  <a:schemeClr val="bg1"/>
                </a:solidFill>
                <a:latin typeface="Montserrat" panose="00000500000000000000" pitchFamily="2" charset="0"/>
              </a:rPr>
              <a:t>Hypothesis</a:t>
            </a:r>
            <a:endParaRPr lang="en-US" sz="1050" b="1">
              <a:solidFill>
                <a:schemeClr val="bg1"/>
              </a:solidFill>
              <a:latin typeface="Montserrat" panose="00000500000000000000" pitchFamily="2" charset="0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8B3AFF-4C10-91BB-F699-5548F7CBEBC2}"/>
              </a:ext>
            </a:extLst>
          </p:cNvPr>
          <p:cNvSpPr/>
          <p:nvPr/>
        </p:nvSpPr>
        <p:spPr>
          <a:xfrm>
            <a:off x="4388783" y="1069848"/>
            <a:ext cx="4756372" cy="3675887"/>
          </a:xfrm>
          <a:prstGeom prst="roundRect">
            <a:avLst>
              <a:gd name="adj" fmla="val 174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K" sz="1013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08D8158-785E-F423-133E-E8DCE80EBBA2}"/>
              </a:ext>
            </a:extLst>
          </p:cNvPr>
          <p:cNvSpPr/>
          <p:nvPr/>
        </p:nvSpPr>
        <p:spPr>
          <a:xfrm>
            <a:off x="324428" y="2252749"/>
            <a:ext cx="3861475" cy="1215521"/>
          </a:xfrm>
          <a:prstGeom prst="roundRect">
            <a:avLst>
              <a:gd name="adj" fmla="val 300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K" sz="1013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EEEA39DA-7AD0-8C5A-16D0-2D0B44FF7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81903"/>
              </p:ext>
            </p:extLst>
          </p:nvPr>
        </p:nvGraphicFramePr>
        <p:xfrm>
          <a:off x="450949" y="2277070"/>
          <a:ext cx="3627266" cy="125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484">
                  <a:extLst>
                    <a:ext uri="{9D8B030D-6E8A-4147-A177-3AD203B41FA5}">
                      <a16:colId xmlns:a16="http://schemas.microsoft.com/office/drawing/2014/main" val="2990207876"/>
                    </a:ext>
                  </a:extLst>
                </a:gridCol>
                <a:gridCol w="1747782">
                  <a:extLst>
                    <a:ext uri="{9D8B030D-6E8A-4147-A177-3AD203B41FA5}">
                      <a16:colId xmlns:a16="http://schemas.microsoft.com/office/drawing/2014/main" val="1345111600"/>
                    </a:ext>
                  </a:extLst>
                </a:gridCol>
              </a:tblGrid>
              <a:tr h="224320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/>
                          </a:solidFill>
                          <a:latin typeface="Montserrat"/>
                          <a:ea typeface="+mn-lt"/>
                          <a:cs typeface="+mn-lt"/>
                        </a:rPr>
                        <a:t>Brand RFI Lift (New Copy):</a:t>
                      </a:r>
                      <a:endParaRPr lang="en-PK" sz="900" b="0" dirty="0">
                        <a:solidFill>
                          <a:schemeClr val="bg1"/>
                        </a:solidFill>
                        <a:latin typeface="Montserrat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/>
                          <a:ea typeface="+mn-lt"/>
                          <a:cs typeface="+mn-lt"/>
                        </a:rPr>
                        <a:t>+8.73%</a:t>
                      </a:r>
                      <a:endParaRPr lang="en-PK" sz="1100" b="1" dirty="0">
                        <a:solidFill>
                          <a:srgbClr val="00B05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165798"/>
                  </a:ext>
                </a:extLst>
              </a:tr>
              <a:tr h="224320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/>
                          </a:solidFill>
                          <a:latin typeface="Montserrat"/>
                        </a:rPr>
                        <a:t>Brand App Lift (New Copy):</a:t>
                      </a:r>
                      <a:endParaRPr lang="en-PK" sz="900" b="0" dirty="0">
                        <a:solidFill>
                          <a:schemeClr val="bg1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 kern="1200" dirty="0">
                          <a:solidFill>
                            <a:srgbClr val="C00000"/>
                          </a:solidFill>
                          <a:latin typeface="Montserrat"/>
                          <a:ea typeface="Source Sans Pro Semibold"/>
                          <a:cs typeface="+mn-cs"/>
                        </a:rPr>
                        <a:t>-18.44%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654179"/>
                  </a:ext>
                </a:extLst>
              </a:tr>
              <a:tr h="224320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/>
                          </a:solidFill>
                          <a:latin typeface="Montserrat"/>
                        </a:rPr>
                        <a:t>Statistical Significance:</a:t>
                      </a:r>
                      <a:endParaRPr lang="en-PK" sz="900" b="0" dirty="0">
                        <a:solidFill>
                          <a:schemeClr val="bg1"/>
                        </a:solidFill>
                        <a:latin typeface="Montserrat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Montserrat"/>
                          <a:ea typeface="Source Sans Pro Semibold"/>
                          <a:cs typeface="+mn-cs"/>
                        </a:rPr>
                        <a:t>RFI 86% brand, 97% all</a:t>
                      </a:r>
                      <a:endParaRPr lang="en-US" sz="900" b="0" kern="12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Source Sans Pro Semibold" charset="0"/>
                        <a:cs typeface="Source Sans Pro Semibold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221391"/>
                  </a:ext>
                </a:extLst>
              </a:tr>
              <a:tr h="274973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bg1"/>
                          </a:solidFill>
                          <a:latin typeface="Montserrat"/>
                        </a:rPr>
                        <a:t>Annualized Incremental Revenue:</a:t>
                      </a:r>
                      <a:endParaRPr lang="en-PK" sz="900" b="0" dirty="0">
                        <a:solidFill>
                          <a:schemeClr val="bg1"/>
                        </a:solidFill>
                        <a:latin typeface="Montserrat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kern="1200" dirty="0">
                          <a:solidFill>
                            <a:schemeClr val="bg1"/>
                          </a:solidFill>
                          <a:latin typeface="Montserrat"/>
                          <a:ea typeface="Source Sans Pro Semibold"/>
                          <a:cs typeface="+mn-cs"/>
                        </a:rPr>
                        <a:t>$0 (shipped, not credited)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458425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28FD9829-9569-780C-A4C1-EBD7FDFEB0E8}"/>
              </a:ext>
            </a:extLst>
          </p:cNvPr>
          <p:cNvSpPr/>
          <p:nvPr/>
        </p:nvSpPr>
        <p:spPr>
          <a:xfrm>
            <a:off x="146780" y="3708140"/>
            <a:ext cx="4054146" cy="1239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dirty="0">
              <a:cs typeface="Arial"/>
            </a:endParaRPr>
          </a:p>
          <a:p>
            <a:pPr algn="ctr"/>
            <a:endParaRPr lang="en-US" sz="1000" dirty="0">
              <a:cs typeface="Arial"/>
            </a:endParaRPr>
          </a:p>
        </p:txBody>
      </p:sp>
      <p:sp>
        <p:nvSpPr>
          <p:cNvPr id="64" name="Freeform 29">
            <a:extLst>
              <a:ext uri="{FF2B5EF4-FFF2-40B4-BE49-F238E27FC236}">
                <a16:creationId xmlns:a16="http://schemas.microsoft.com/office/drawing/2014/main" id="{2F8AE391-8D06-E9CD-6778-3B6F041AADA4}"/>
              </a:ext>
            </a:extLst>
          </p:cNvPr>
          <p:cNvSpPr>
            <a:spLocks noChangeAspect="1"/>
          </p:cNvSpPr>
          <p:nvPr/>
        </p:nvSpPr>
        <p:spPr bwMode="auto">
          <a:xfrm>
            <a:off x="145688" y="3710229"/>
            <a:ext cx="1567935" cy="1247480"/>
          </a:xfrm>
          <a:custGeom>
            <a:avLst/>
            <a:gdLst>
              <a:gd name="connsiteX0" fmla="*/ 0 w 1967831"/>
              <a:gd name="connsiteY0" fmla="*/ 0 h 894457"/>
              <a:gd name="connsiteX1" fmla="*/ 1967831 w 1967831"/>
              <a:gd name="connsiteY1" fmla="*/ 0 h 894457"/>
              <a:gd name="connsiteX2" fmla="*/ 1967831 w 1967831"/>
              <a:gd name="connsiteY2" fmla="*/ 4 h 894457"/>
              <a:gd name="connsiteX3" fmla="*/ 1912925 w 1967831"/>
              <a:gd name="connsiteY3" fmla="*/ 95108 h 894457"/>
              <a:gd name="connsiteX4" fmla="*/ 1485633 w 1967831"/>
              <a:gd name="connsiteY4" fmla="*/ 835240 h 894457"/>
              <a:gd name="connsiteX5" fmla="*/ 1383656 w 1967831"/>
              <a:gd name="connsiteY5" fmla="*/ 894457 h 894457"/>
              <a:gd name="connsiteX6" fmla="*/ 124653 w 1967831"/>
              <a:gd name="connsiteY6" fmla="*/ 894457 h 894457"/>
              <a:gd name="connsiteX7" fmla="*/ 0 w 1967831"/>
              <a:gd name="connsiteY7" fmla="*/ 894457 h 89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67831" h="894457">
                <a:moveTo>
                  <a:pt x="0" y="0"/>
                </a:moveTo>
                <a:lnTo>
                  <a:pt x="1967831" y="0"/>
                </a:lnTo>
                <a:lnTo>
                  <a:pt x="1967831" y="4"/>
                </a:lnTo>
                <a:lnTo>
                  <a:pt x="1912925" y="95108"/>
                </a:lnTo>
                <a:cubicBezTo>
                  <a:pt x="1812872" y="268414"/>
                  <a:pt x="1675165" y="506943"/>
                  <a:pt x="1485633" y="835240"/>
                </a:cubicBezTo>
                <a:cubicBezTo>
                  <a:pt x="1464942" y="872251"/>
                  <a:pt x="1426516" y="894457"/>
                  <a:pt x="1383656" y="894457"/>
                </a:cubicBezTo>
                <a:cubicBezTo>
                  <a:pt x="1383656" y="894457"/>
                  <a:pt x="1383656" y="894457"/>
                  <a:pt x="124653" y="894457"/>
                </a:cubicBezTo>
                <a:lnTo>
                  <a:pt x="0" y="89445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innerShdw blurRad="63500" dist="12700" dir="2700000">
              <a:prstClr val="black">
                <a:alpha val="40000"/>
              </a:prstClr>
            </a:inn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13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C9A1A5-A6FB-9E89-F2CF-C376B12C9C89}"/>
              </a:ext>
            </a:extLst>
          </p:cNvPr>
          <p:cNvSpPr txBox="1"/>
          <p:nvPr/>
        </p:nvSpPr>
        <p:spPr>
          <a:xfrm flipH="1">
            <a:off x="182797" y="3903241"/>
            <a:ext cx="874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marR="2540"/>
            <a:r>
              <a:rPr lang="en-US" sz="1200" b="1">
                <a:solidFill>
                  <a:schemeClr val="bg1"/>
                </a:solidFill>
                <a:latin typeface="Montserrat" panose="00000500000000000000" pitchFamily="2" charset="0"/>
                <a:ea typeface="Open Sans"/>
                <a:cs typeface="Open Sans"/>
              </a:rPr>
              <a:t>Result</a:t>
            </a:r>
            <a:r>
              <a:rPr lang="en-US" sz="1200">
                <a:solidFill>
                  <a:schemeClr val="bg1"/>
                </a:solidFill>
                <a:latin typeface="Montserrat" panose="00000500000000000000" pitchFamily="2" charset="0"/>
                <a:ea typeface="Open Sans"/>
                <a:cs typeface="Open Sans"/>
              </a:rPr>
              <a:t>:</a:t>
            </a:r>
            <a:endParaRPr lang="en-US" sz="1200">
              <a:solidFill>
                <a:schemeClr val="bg1"/>
              </a:solidFill>
              <a:latin typeface="Montserrat" panose="00000500000000000000" pitchFamily="2" charset="0"/>
              <a:cs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7F10758-9898-8F3C-BF48-648B02FBE5A1}"/>
              </a:ext>
            </a:extLst>
          </p:cNvPr>
          <p:cNvSpPr/>
          <p:nvPr/>
        </p:nvSpPr>
        <p:spPr>
          <a:xfrm>
            <a:off x="1646275" y="3704062"/>
            <a:ext cx="2528508" cy="1841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PK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sz="800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A74E2-F52B-35D0-0690-706BFB80A54F}"/>
              </a:ext>
            </a:extLst>
          </p:cNvPr>
          <p:cNvSpPr txBox="1"/>
          <p:nvPr/>
        </p:nvSpPr>
        <p:spPr>
          <a:xfrm>
            <a:off x="794742" y="1955601"/>
            <a:ext cx="277713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PRIMARY METRIC: RFI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106C6-84E9-F499-39BD-BBFC44AC7856}"/>
              </a:ext>
            </a:extLst>
          </p:cNvPr>
          <p:cNvSpPr txBox="1"/>
          <p:nvPr/>
        </p:nvSpPr>
        <p:spPr>
          <a:xfrm>
            <a:off x="1810512" y="3749039"/>
            <a:ext cx="2350008" cy="1170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4864" tIns="36576" rIns="54864" bIns="365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850" dirty="0"/>
              <a:t>New copy lifted RFI on all traffic (+10.6% at 97%) but not on the targeted brand campaigns (+8.7% at 86%). Brand App Complete fell 18.4% (89.8% confidence of a loss), flipping that segment to negative projected revenue. Keep control; retest copy later.</a:t>
            </a:r>
          </a:p>
          <a:p>
            <a:r>
              <a:rPr lang="en-US" sz="850" dirty="0"/>
              <a:t>Duration: 14 Days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B05B8-2878-398F-C14D-A61295C3F2FB}"/>
              </a:ext>
            </a:extLst>
          </p:cNvPr>
          <p:cNvSpPr txBox="1"/>
          <p:nvPr/>
        </p:nvSpPr>
        <p:spPr>
          <a:xfrm>
            <a:off x="2103120" y="687916"/>
            <a:ext cx="23774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rgbClr val="FFC000"/>
                </a:solidFill>
              </a:rPr>
              <a:t>INCONCLUSIVE</a:t>
            </a:r>
          </a:p>
        </p:txBody>
      </p:sp>
      <p:pic>
        <p:nvPicPr>
          <p:cNvPr id="67" name="Picture 66" descr="m_contr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1474470"/>
            <a:ext cx="1783080" cy="120686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492240" y="1885950"/>
            <a:ext cx="246888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50" b="1">
                <a:latin typeface="Montserrat"/>
              </a:rPr>
              <a:t>CONTROL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2105406"/>
            <a:ext cx="251460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750">
                <a:latin typeface="Montserrat"/>
              </a:rPr>
              <a:t>RFI: 292      Apps: 85</a:t>
            </a:r>
          </a:p>
        </p:txBody>
      </p:sp>
      <p:pic>
        <p:nvPicPr>
          <p:cNvPr id="70" name="Picture 69" descr="m_new_cop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234690"/>
            <a:ext cx="1783080" cy="105510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492240" y="3499866"/>
            <a:ext cx="2468880" cy="21945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50" b="1">
                <a:latin typeface="Montserrat"/>
              </a:rPr>
              <a:t>NEW COPY (SHIPPING)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3719322"/>
            <a:ext cx="251460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750">
                <a:latin typeface="Montserrat"/>
              </a:rPr>
              <a:t>RFI: 316  (+8.73% | 86%)</a:t>
            </a:r>
          </a:p>
          <a:p>
            <a:r>
              <a:rPr sz="750">
                <a:latin typeface="Montserrat"/>
              </a:rPr>
              <a:t>Apps: 69  (-18.44% | 89.8% worse)</a:t>
            </a:r>
          </a:p>
          <a:p>
            <a:r>
              <a:rPr sz="750" b="1">
                <a:solidFill>
                  <a:srgbClr val="C00000"/>
                </a:solidFill>
                <a:latin typeface="Montserrat"/>
              </a:rPr>
              <a:t>Rev: ($201,911)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2935224"/>
            <a:ext cx="438912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07992" y="4791456"/>
            <a:ext cx="4572000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700">
                <a:solidFill>
                  <a:srgbClr val="777777"/>
                </a:solidFill>
                <a:latin typeface="Montserrat"/>
              </a:rPr>
              <a:t>Test Period: 09/15/2026 to 09/29/2026 (data through 09/28)</a:t>
            </a:r>
          </a:p>
          <a:p>
            <a:r>
              <a:rPr sz="700">
                <a:solidFill>
                  <a:srgbClr val="777777"/>
                </a:solidFill>
                <a:latin typeface="Montserrat"/>
              </a:rPr>
              <a:t>Page: start.amu.apus.edu/military-degrees/overview  |  Panel: targeted brand campaigns</a:t>
            </a:r>
          </a:p>
        </p:txBody>
      </p:sp>
    </p:spTree>
    <p:extLst>
      <p:ext uri="{BB962C8B-B14F-4D97-AF65-F5344CB8AC3E}">
        <p14:creationId xmlns:p14="http://schemas.microsoft.com/office/powerpoint/2010/main" val="170429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E480C-A910-09BA-EB6D-5897F2C28384}"/>
              </a:ext>
            </a:extLst>
          </p:cNvPr>
          <p:cNvSpPr txBox="1"/>
          <p:nvPr/>
        </p:nvSpPr>
        <p:spPr>
          <a:xfrm>
            <a:off x="839390" y="392906"/>
            <a:ext cx="7090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                           REVENUE CALCULATOR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143000"/>
          <a:ext cx="7589520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V0: Control (Brand Specific Campaigns)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V1: New Copy (Brand Specific Campaigns)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V0: Control (All Campaigns)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V2: New Copy (All Campaigns)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RFI Conversions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292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316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669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753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RFI Lift %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16E21"/>
                          </a:solidFill>
                          <a:latin typeface="Montserrat"/>
                        </a:rPr>
                        <a:t>+8.73%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16E21"/>
                          </a:solidFill>
                          <a:latin typeface="Montserrat"/>
                        </a:rPr>
                        <a:t>+10.63%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Statistical Significance, RFI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85.8%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97.4%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App Completes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85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69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164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159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App Lift %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C00000"/>
                          </a:solidFill>
                          <a:latin typeface="Montserrat"/>
                        </a:rPr>
                        <a:t>-18.44%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C00000"/>
                          </a:solidFill>
                          <a:latin typeface="Montserrat"/>
                        </a:rPr>
                        <a:t>-4.71%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Statistical Significance, App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89.8% (worse)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66.8% (worse)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Projected Revenue, RFI path only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$231,113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$652,269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Annualized Revenue Lift (projected)</a:t>
                      </a:r>
                    </a:p>
                  </a:txBody>
                  <a:tcPr anchor="ctr" marT="27432" marB="27432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C00000"/>
                          </a:solidFill>
                          <a:latin typeface="Montserrat"/>
                        </a:rPr>
                        <a:t>($201,911)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16E21"/>
                          </a:solidFill>
                          <a:latin typeface="Montserrat"/>
                        </a:rPr>
                        <a:t>$436,733</a:t>
                      </a:r>
                    </a:p>
                  </a:txBody>
                  <a:tcPr anchor="ctr" marT="27432" marB="27432">
                    <a:solidFill>
                      <a:srgbClr val="DDEBD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850">
                <a:solidFill>
                  <a:srgbClr val="777777"/>
                </a:solidFill>
                <a:latin typeface="Montserrat"/>
              </a:rPr>
              <a:t>Final GA4 data 09/15 to 09/28/2026 (14 days; paused 09/29). New Copy ships on a business decision (10/01), so projections are not credited. Only 24.7% of mobile sessions came from the two Brand Specific Campaigns; the rest was mainly FB social prospecting and Demand 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7589520" cy="228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375923"/>
                </a:solidFill>
                <a:latin typeface="Montserrat"/>
              </a:rPr>
              <a:t>V0 = Control; V1 = New Copy (Brand Specific Campaigns); V2 = New Copy (All Campaigns)</a:t>
            </a:r>
          </a:p>
        </p:txBody>
      </p:sp>
    </p:spTree>
    <p:extLst>
      <p:ext uri="{BB962C8B-B14F-4D97-AF65-F5344CB8AC3E}">
        <p14:creationId xmlns:p14="http://schemas.microsoft.com/office/powerpoint/2010/main" val="382130491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DFDE480C-A910-09BA-EB6D-5897F2C28384}"/>
              </a:ext>
            </a:extLst>
          </p:cNvPr>
          <p:cNvSpPr txBox="1"/>
          <p:nvPr/>
        </p:nvSpPr>
        <p:spPr>
          <a:xfrm>
            <a:off x="839390" y="392906"/>
            <a:ext cx="7090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/>
              <a:t>COMBINED: CONTROL VS NEW 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7589520" cy="2377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Montserrat"/>
              </a:rPr>
              <a:t>Desktop and Mobile added together (approximation)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69848"/>
          <a:ext cx="7589520" cy="317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80160"/>
                <a:gridCol w="1280160"/>
                <a:gridCol w="128016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V0: Control (Brand Specific Campaigns)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V1: New Copy (Brand Specific Campaigns)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V0: Control (All Campaigns)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V2: New Copy (All Campaigns)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Sessions (Desktop + Mobile)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5,555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5,503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19,902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20,234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RFI Conversions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383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399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886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983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RFI CVR %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6.89%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7.25%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4.45%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4.86%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RFI Lift %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+5.16%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+9.13%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Statistical Significance, RFI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76.7%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97.3%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App Completes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137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134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300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307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App CVR %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2.47%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2.44%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1.51%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1.52%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App Lift %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C00000"/>
                          </a:solidFill>
                          <a:latin typeface="Montserrat"/>
                        </a:rPr>
                        <a:t>-1.27%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+0.65%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Statistical Significance, App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54.2% (worse)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53.2%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Projected Revenue, RFI path only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$222,128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$858,918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Annualized Revenue Lift (projected)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$162,802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$922,404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Desktop + Mobile Projections Added</a:t>
                      </a:r>
                    </a:p>
                  </a:txBody>
                  <a:tcPr anchor="ctr" marT="18288" marB="18288">
                    <a:solidFill>
                      <a:srgbClr val="375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$450,752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Montserrat"/>
                        </a:rPr>
                        <a:t>Baseline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16E21"/>
                          </a:solidFill>
                          <a:latin typeface="Montserrat"/>
                        </a:rPr>
                        <a:t>$1,135,923</a:t>
                      </a:r>
                    </a:p>
                  </a:txBody>
                  <a:tcPr anchor="ctr" marT="18288" marB="18288">
                    <a:solidFill>
                      <a:srgbClr val="DDEBD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297679"/>
            <a:ext cx="7589520" cy="20116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375923"/>
                </a:solidFill>
                <a:latin typeface="Montserrat"/>
              </a:rPr>
              <a:t>V0 = Control; V1 = New Copy (Brand Specific Campaigns); V2 = New Copy (All Campaigns)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17136"/>
            <a:ext cx="75895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800" b="0">
                <a:solidFill>
                  <a:srgbClr val="777777"/>
                </a:solidFill>
                <a:latin typeface="Montserrat"/>
              </a:rPr>
              <a:t>Approximation: desktop (09/14 to 09/28, 15 days) and mobile (09/15 to 09/28, 14 days) ran as separate tests, so their counts are added together. Desktop New Copy is the New_Copy_v2 arm. Lift, significance and the first two revenue rows use the added counts. The last row adds each device's own projection instead; it is higher because mobile holds more of the added sessions than its share of real traffic. Projections only, not credited.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pei_maroon">
  <a:themeElements>
    <a:clrScheme name="apei_maroon">
      <a:dk1>
        <a:srgbClr val="000000"/>
      </a:dk1>
      <a:lt1>
        <a:srgbClr val="FFFFFF"/>
      </a:lt1>
      <a:dk2>
        <a:srgbClr val="7F7F7F"/>
      </a:dk2>
      <a:lt2>
        <a:srgbClr val="E6E6E6"/>
      </a:lt2>
      <a:accent1>
        <a:srgbClr val="7C2428"/>
      </a:accent1>
      <a:accent2>
        <a:srgbClr val="004C97"/>
      </a:accent2>
      <a:accent3>
        <a:srgbClr val="041E41"/>
      </a:accent3>
      <a:accent4>
        <a:srgbClr val="535659"/>
      </a:accent4>
      <a:accent5>
        <a:srgbClr val="B1B3B3"/>
      </a:accent5>
      <a:accent6>
        <a:srgbClr val="D9D9D6"/>
      </a:accent6>
      <a:hlink>
        <a:srgbClr val="7C2428"/>
      </a:hlink>
      <a:folHlink>
        <a:srgbClr val="004C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i_maroon">
  <a:themeElements>
    <a:clrScheme name="apei_maroon">
      <a:dk1>
        <a:srgbClr val="000000"/>
      </a:dk1>
      <a:lt1>
        <a:srgbClr val="FFFFFF"/>
      </a:lt1>
      <a:dk2>
        <a:srgbClr val="7F7F7F"/>
      </a:dk2>
      <a:lt2>
        <a:srgbClr val="E6E6E6"/>
      </a:lt2>
      <a:accent1>
        <a:srgbClr val="7C2428"/>
      </a:accent1>
      <a:accent2>
        <a:srgbClr val="004C97"/>
      </a:accent2>
      <a:accent3>
        <a:srgbClr val="041E41"/>
      </a:accent3>
      <a:accent4>
        <a:srgbClr val="535659"/>
      </a:accent4>
      <a:accent5>
        <a:srgbClr val="B1B3B3"/>
      </a:accent5>
      <a:accent6>
        <a:srgbClr val="D9D9D6"/>
      </a:accent6>
      <a:hlink>
        <a:srgbClr val="7C2428"/>
      </a:hlink>
      <a:folHlink>
        <a:srgbClr val="004C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303E4EB5F0E44A7AA131E83483DF2" ma:contentTypeVersion="4" ma:contentTypeDescription="Create a new document." ma:contentTypeScope="" ma:versionID="74667681c70ed0d3dd16cbc5b332539b">
  <xsd:schema xmlns:xsd="http://www.w3.org/2001/XMLSchema" xmlns:xs="http://www.w3.org/2001/XMLSchema" xmlns:p="http://schemas.microsoft.com/office/2006/metadata/properties" xmlns:ns2="8bb0b81d-56a0-4730-81a6-cebf1cdc9263" targetNamespace="http://schemas.microsoft.com/office/2006/metadata/properties" ma:root="true" ma:fieldsID="73b35bb2c2d2b87a9a8e030216971d80" ns2:_="">
    <xsd:import namespace="8bb0b81d-56a0-4730-81a6-cebf1cdc92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b0b81d-56a0-4730-81a6-cebf1cdc92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8D9300-5FE7-40AD-BC0D-8962D1BCFB2B}">
  <ds:schemaRefs>
    <ds:schemaRef ds:uri="8bb0b81d-56a0-4730-81a6-cebf1cdc92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3AD8CC-A4E5-4420-AE06-BCFE29EF7573}">
  <ds:schemaRefs>
    <ds:schemaRef ds:uri="172ed378-da2e-4123-a5c0-d39da45b1f4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28627A3-9091-43CB-9049-CF9231942D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Simple Light</vt:lpstr>
      <vt:lpstr>apei_maroon</vt:lpstr>
      <vt:lpstr>apei_maroon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200</cp:revision>
  <dcterms:modified xsi:type="dcterms:W3CDTF">2026-06-11T02:38:58Z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0x010100968303E4EB5F0E44A7AA131E83483DF2</vt:lpwstr>
  </property>
</Properties>
</file>