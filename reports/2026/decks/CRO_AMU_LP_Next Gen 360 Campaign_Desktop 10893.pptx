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2" r:id="rId4"/>
    <p:sldMasterId id="2147483753" r:id="rId5"/>
    <p:sldMasterId id="2147483754" r:id="rId6"/>
  </p:sldMasterIdLst>
  <p:notesMasterIdLst>
    <p:notesMasterId r:id="rId10"/>
  </p:notesMasterIdLst>
  <p:sldIdLst>
    <p:sldId id="256" r:id="rId7"/>
    <p:sldId id="3195" r:id="rId8"/>
    <p:sldId id="3196" r:id="rId9"/>
    <p:sldId id="3197" r:id="rId26"/>
  </p:sldIdLst>
  <p:sldSz cx="9144000" cy="5143500" type="screen16x9"/>
  <p:notesSz cx="6858000" cy="9144000"/>
  <p:embeddedFontLst>
    <p:embeddedFont>
      <p:font typeface="Montserrat" panose="00000500000000000000" pitchFamily="2" charset="0"/>
      <p:regular r:id="rId11"/>
      <p:bold r:id="rId12"/>
      <p:italic r:id="rId13"/>
      <p:boldItalic r:id="rId14"/>
    </p:embeddedFont>
    <p:embeddedFont>
      <p:font typeface="Poppins Light" panose="00000400000000000000" pitchFamily="2" charset="0"/>
      <p:regular r:id="rId15"/>
      <p:italic r:id="rId16"/>
    </p:embeddedFont>
    <p:embeddedFont>
      <p:font typeface="Source Sans Pro" panose="020B0503030403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752F73-0607-56B0-840E-F783E2FC5122}" v="21" dt="2025-10-06T11:20:5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font" Target="fonts/font6.fntdata"/><Relationship Id="rId17" Type="http://schemas.openxmlformats.org/officeDocument/2006/relationships/font" Target="fonts/font7.fntdata"/><Relationship Id="rId18" Type="http://schemas.openxmlformats.org/officeDocument/2006/relationships/font" Target="fonts/font8.fntdata"/><Relationship Id="rId19" Type="http://schemas.openxmlformats.org/officeDocument/2006/relationships/font" Target="fonts/font9.fntdata"/><Relationship Id="rId20" Type="http://schemas.openxmlformats.org/officeDocument/2006/relationships/font" Target="fonts/font10.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 Id="rId2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b38794a231_1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1" name="Google Shape;361;g2b38794a231_1_48:notes"/>
          <p:cNvSpPr>
            <a:spLocks noGrp="1" noRot="1" noChangeAspect="1"/>
          </p:cNvSpPr>
          <p:nvPr>
            <p:ph type="sldImg" idx="2"/>
          </p:nvPr>
        </p:nvSpPr>
        <p:spPr>
          <a:xfrm>
            <a:off x="379413" y="685800"/>
            <a:ext cx="6097587"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8AA926DE-10F5-40F5-84AD-A92883AF1DC6}" type="slidenum">
              <a:rPr lang="en-PK" smtClean="0"/>
              <a:t>2</a:t>
            </a:fld>
            <a:endParaRPr lang="en-PK"/>
          </a:p>
        </p:txBody>
      </p:sp>
    </p:spTree>
    <p:extLst>
      <p:ext uri="{BB962C8B-B14F-4D97-AF65-F5344CB8AC3E}">
        <p14:creationId xmlns:p14="http://schemas.microsoft.com/office/powerpoint/2010/main" val="3430024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5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7" name="Google Shape;57;p1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8" name="Google Shape;58;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1" name="Google Shape;6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4" name="Google Shape;64;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5" name="Google Shape;65;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8" name="Google Shape;68;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0" name="Google Shape;70;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3" name="Google Shape;73;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6" name="Google Shape;76;p2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7" name="Google Shape;7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8"/>
        <p:cNvGrpSpPr/>
        <p:nvPr/>
      </p:nvGrpSpPr>
      <p:grpSpPr>
        <a:xfrm>
          <a:off x="0" y="0"/>
          <a:ext cx="0" cy="0"/>
          <a:chOff x="0" y="0"/>
          <a:chExt cx="0" cy="0"/>
        </a:xfrm>
      </p:grpSpPr>
      <p:sp>
        <p:nvSpPr>
          <p:cNvPr id="79" name="Google Shape;79;p2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0" name="Google Shape;8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1"/>
        <p:cNvGrpSpPr/>
        <p:nvPr/>
      </p:nvGrpSpPr>
      <p:grpSpPr>
        <a:xfrm>
          <a:off x="0" y="0"/>
          <a:ext cx="0" cy="0"/>
          <a:chOff x="0" y="0"/>
          <a:chExt cx="0" cy="0"/>
        </a:xfrm>
      </p:grpSpPr>
      <p:sp>
        <p:nvSpPr>
          <p:cNvPr id="82" name="Google Shape;82;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4" name="Google Shape;84;p2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5" name="Google Shape;85;p2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6" name="Google Shape;86;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9" name="Google Shape;89;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sp>
        <p:nvSpPr>
          <p:cNvPr id="91" name="Google Shape;91;p2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2" name="Google Shape;92;p2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3" name="Google Shape;93;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4"/>
        <p:cNvGrpSpPr/>
        <p:nvPr/>
      </p:nvGrpSpPr>
      <p:grpSpPr>
        <a:xfrm>
          <a:off x="0" y="0"/>
          <a:ext cx="0" cy="0"/>
          <a:chOff x="0" y="0"/>
          <a:chExt cx="0" cy="0"/>
        </a:xfrm>
      </p:grpSpPr>
      <p:sp>
        <p:nvSpPr>
          <p:cNvPr id="95" name="Google Shape;95;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ight_Image">
  <p:cSld name="Right_Image">
    <p:spTree>
      <p:nvGrpSpPr>
        <p:cNvPr id="1" name="Shape 96"/>
        <p:cNvGrpSpPr/>
        <p:nvPr/>
      </p:nvGrpSpPr>
      <p:grpSpPr>
        <a:xfrm>
          <a:off x="0" y="0"/>
          <a:ext cx="0" cy="0"/>
          <a:chOff x="0" y="0"/>
          <a:chExt cx="0" cy="0"/>
        </a:xfrm>
      </p:grpSpPr>
      <p:sp>
        <p:nvSpPr>
          <p:cNvPr id="97" name="Google Shape;97;p26"/>
          <p:cNvSpPr>
            <a:spLocks noGrp="1"/>
          </p:cNvSpPr>
          <p:nvPr>
            <p:ph type="pic" idx="2"/>
          </p:nvPr>
        </p:nvSpPr>
        <p:spPr>
          <a:xfrm>
            <a:off x="4568021" y="0"/>
            <a:ext cx="4575900" cy="51435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ight_Image">
  <p:cSld name="Right_Image">
    <p:spTree>
      <p:nvGrpSpPr>
        <p:cNvPr id="1" name="Shape 102"/>
        <p:cNvGrpSpPr/>
        <p:nvPr/>
      </p:nvGrpSpPr>
      <p:grpSpPr>
        <a:xfrm>
          <a:off x="0" y="0"/>
          <a:ext cx="0" cy="0"/>
          <a:chOff x="0" y="0"/>
          <a:chExt cx="0" cy="0"/>
        </a:xfrm>
      </p:grpSpPr>
      <p:sp>
        <p:nvSpPr>
          <p:cNvPr id="103" name="Google Shape;103;p28"/>
          <p:cNvSpPr>
            <a:spLocks noGrp="1"/>
          </p:cNvSpPr>
          <p:nvPr>
            <p:ph type="pic" idx="2"/>
          </p:nvPr>
        </p:nvSpPr>
        <p:spPr>
          <a:xfrm>
            <a:off x="4568021" y="0"/>
            <a:ext cx="4575900" cy="51435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04"/>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Right_Image_Quarter">
  <p:cSld name="Right_Image_Quarter">
    <p:spTree>
      <p:nvGrpSpPr>
        <p:cNvPr id="1" name="Shape 105"/>
        <p:cNvGrpSpPr/>
        <p:nvPr/>
      </p:nvGrpSpPr>
      <p:grpSpPr>
        <a:xfrm>
          <a:off x="0" y="0"/>
          <a:ext cx="0" cy="0"/>
          <a:chOff x="0" y="0"/>
          <a:chExt cx="0" cy="0"/>
        </a:xfrm>
      </p:grpSpPr>
      <p:sp>
        <p:nvSpPr>
          <p:cNvPr id="106" name="Google Shape;106;p30"/>
          <p:cNvSpPr>
            <a:spLocks noGrp="1"/>
          </p:cNvSpPr>
          <p:nvPr>
            <p:ph type="pic" idx="2"/>
          </p:nvPr>
        </p:nvSpPr>
        <p:spPr>
          <a:xfrm>
            <a:off x="7086064" y="0"/>
            <a:ext cx="2058000" cy="51435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Left_Image">
  <p:cSld name="Left_Image">
    <p:spTree>
      <p:nvGrpSpPr>
        <p:cNvPr id="1" name="Shape 107"/>
        <p:cNvGrpSpPr/>
        <p:nvPr/>
      </p:nvGrpSpPr>
      <p:grpSpPr>
        <a:xfrm>
          <a:off x="0" y="0"/>
          <a:ext cx="0" cy="0"/>
          <a:chOff x="0" y="0"/>
          <a:chExt cx="0" cy="0"/>
        </a:xfrm>
      </p:grpSpPr>
      <p:sp>
        <p:nvSpPr>
          <p:cNvPr id="108" name="Google Shape;108;p31"/>
          <p:cNvSpPr>
            <a:spLocks noGrp="1"/>
          </p:cNvSpPr>
          <p:nvPr>
            <p:ph type="pic" idx="2"/>
          </p:nvPr>
        </p:nvSpPr>
        <p:spPr>
          <a:xfrm>
            <a:off x="0" y="0"/>
            <a:ext cx="4572000" cy="5143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109"/>
        <p:cNvGrpSpPr/>
        <p:nvPr/>
      </p:nvGrpSpPr>
      <p:grpSpPr>
        <a:xfrm>
          <a:off x="0" y="0"/>
          <a:ext cx="0" cy="0"/>
          <a:chOff x="0" y="0"/>
          <a:chExt cx="0" cy="0"/>
        </a:xfrm>
      </p:grpSpPr>
      <p:sp>
        <p:nvSpPr>
          <p:cNvPr id="110" name="Google Shape;110;p32"/>
          <p:cNvSpPr>
            <a:spLocks noGrp="1"/>
          </p:cNvSpPr>
          <p:nvPr>
            <p:ph type="pic" idx="2"/>
          </p:nvPr>
        </p:nvSpPr>
        <p:spPr>
          <a:xfrm>
            <a:off x="0" y="735806"/>
            <a:ext cx="9144000" cy="25266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ull_Image_Top_Three_Squares">
  <p:cSld name="Full_Image_Top_Three_Squares">
    <p:spTree>
      <p:nvGrpSpPr>
        <p:cNvPr id="1" name="Shape 111"/>
        <p:cNvGrpSpPr/>
        <p:nvPr/>
      </p:nvGrpSpPr>
      <p:grpSpPr>
        <a:xfrm>
          <a:off x="0" y="0"/>
          <a:ext cx="0" cy="0"/>
          <a:chOff x="0" y="0"/>
          <a:chExt cx="0" cy="0"/>
        </a:xfrm>
      </p:grpSpPr>
      <p:sp>
        <p:nvSpPr>
          <p:cNvPr id="112" name="Google Shape;112;p33"/>
          <p:cNvSpPr>
            <a:spLocks noGrp="1"/>
          </p:cNvSpPr>
          <p:nvPr>
            <p:ph type="pic" idx="2"/>
          </p:nvPr>
        </p:nvSpPr>
        <p:spPr>
          <a:xfrm>
            <a:off x="0" y="-1"/>
            <a:ext cx="9144000" cy="2400300"/>
          </a:xfrm>
          <a:prstGeom prst="rect">
            <a:avLst/>
          </a:prstGeom>
          <a:noFill/>
          <a:ln>
            <a:noFill/>
          </a:ln>
        </p:spPr>
      </p:sp>
      <p:sp>
        <p:nvSpPr>
          <p:cNvPr id="113" name="Google Shape;113;p33"/>
          <p:cNvSpPr>
            <a:spLocks noGrp="1"/>
          </p:cNvSpPr>
          <p:nvPr>
            <p:ph type="pic" idx="3"/>
          </p:nvPr>
        </p:nvSpPr>
        <p:spPr>
          <a:xfrm>
            <a:off x="1037271" y="857250"/>
            <a:ext cx="2230200" cy="2571900"/>
          </a:xfrm>
          <a:prstGeom prst="rect">
            <a:avLst/>
          </a:prstGeom>
          <a:noFill/>
          <a:ln>
            <a:noFill/>
          </a:ln>
        </p:spPr>
      </p:sp>
      <p:sp>
        <p:nvSpPr>
          <p:cNvPr id="114" name="Google Shape;114;p33"/>
          <p:cNvSpPr>
            <a:spLocks noGrp="1"/>
          </p:cNvSpPr>
          <p:nvPr>
            <p:ph type="pic" idx="4"/>
          </p:nvPr>
        </p:nvSpPr>
        <p:spPr>
          <a:xfrm>
            <a:off x="5890570" y="857250"/>
            <a:ext cx="2230200" cy="2571900"/>
          </a:xfrm>
          <a:prstGeom prst="rect">
            <a:avLst/>
          </a:prstGeom>
          <a:noFill/>
          <a:ln>
            <a:noFill/>
          </a:ln>
        </p:spPr>
      </p:sp>
      <p:sp>
        <p:nvSpPr>
          <p:cNvPr id="115" name="Google Shape;115;p33"/>
          <p:cNvSpPr>
            <a:spLocks noGrp="1"/>
          </p:cNvSpPr>
          <p:nvPr>
            <p:ph type="pic" idx="5"/>
          </p:nvPr>
        </p:nvSpPr>
        <p:spPr>
          <a:xfrm>
            <a:off x="3463920" y="857250"/>
            <a:ext cx="2230200" cy="25719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eam_Ten">
  <p:cSld name="Team_Ten">
    <p:spTree>
      <p:nvGrpSpPr>
        <p:cNvPr id="1" name="Shape 116"/>
        <p:cNvGrpSpPr/>
        <p:nvPr/>
      </p:nvGrpSpPr>
      <p:grpSpPr>
        <a:xfrm>
          <a:off x="0" y="0"/>
          <a:ext cx="0" cy="0"/>
          <a:chOff x="0" y="0"/>
          <a:chExt cx="0" cy="0"/>
        </a:xfrm>
      </p:grpSpPr>
      <p:sp>
        <p:nvSpPr>
          <p:cNvPr id="117" name="Google Shape;117;p34"/>
          <p:cNvSpPr>
            <a:spLocks noGrp="1"/>
          </p:cNvSpPr>
          <p:nvPr>
            <p:ph type="pic" idx="2"/>
          </p:nvPr>
        </p:nvSpPr>
        <p:spPr>
          <a:xfrm>
            <a:off x="1823707" y="1882007"/>
            <a:ext cx="1823700" cy="1630500"/>
          </a:xfrm>
          <a:prstGeom prst="rect">
            <a:avLst/>
          </a:prstGeom>
          <a:noFill/>
          <a:ln>
            <a:noFill/>
          </a:ln>
        </p:spPr>
      </p:sp>
      <p:sp>
        <p:nvSpPr>
          <p:cNvPr id="118" name="Google Shape;118;p34"/>
          <p:cNvSpPr>
            <a:spLocks noGrp="1"/>
          </p:cNvSpPr>
          <p:nvPr>
            <p:ph type="pic" idx="3"/>
          </p:nvPr>
        </p:nvSpPr>
        <p:spPr>
          <a:xfrm>
            <a:off x="0" y="1882007"/>
            <a:ext cx="1823700" cy="1630500"/>
          </a:xfrm>
          <a:prstGeom prst="rect">
            <a:avLst/>
          </a:prstGeom>
          <a:noFill/>
          <a:ln>
            <a:noFill/>
          </a:ln>
        </p:spPr>
      </p:sp>
      <p:sp>
        <p:nvSpPr>
          <p:cNvPr id="119" name="Google Shape;119;p34"/>
          <p:cNvSpPr>
            <a:spLocks noGrp="1"/>
          </p:cNvSpPr>
          <p:nvPr>
            <p:ph type="pic" idx="4"/>
          </p:nvPr>
        </p:nvSpPr>
        <p:spPr>
          <a:xfrm>
            <a:off x="7294797" y="1882007"/>
            <a:ext cx="1849200" cy="1630500"/>
          </a:xfrm>
          <a:prstGeom prst="rect">
            <a:avLst/>
          </a:prstGeom>
          <a:noFill/>
          <a:ln>
            <a:noFill/>
          </a:ln>
        </p:spPr>
      </p:sp>
      <p:sp>
        <p:nvSpPr>
          <p:cNvPr id="120" name="Google Shape;120;p34"/>
          <p:cNvSpPr>
            <a:spLocks noGrp="1"/>
          </p:cNvSpPr>
          <p:nvPr>
            <p:ph type="pic" idx="5"/>
          </p:nvPr>
        </p:nvSpPr>
        <p:spPr>
          <a:xfrm>
            <a:off x="3647414" y="1882007"/>
            <a:ext cx="1823700" cy="1630500"/>
          </a:xfrm>
          <a:prstGeom prst="rect">
            <a:avLst/>
          </a:prstGeom>
          <a:noFill/>
          <a:ln>
            <a:noFill/>
          </a:ln>
        </p:spPr>
      </p:sp>
      <p:sp>
        <p:nvSpPr>
          <p:cNvPr id="121" name="Google Shape;121;p34"/>
          <p:cNvSpPr>
            <a:spLocks noGrp="1"/>
          </p:cNvSpPr>
          <p:nvPr>
            <p:ph type="pic" idx="6"/>
          </p:nvPr>
        </p:nvSpPr>
        <p:spPr>
          <a:xfrm>
            <a:off x="5471105" y="1882007"/>
            <a:ext cx="1823700" cy="1630500"/>
          </a:xfrm>
          <a:prstGeom prst="rect">
            <a:avLst/>
          </a:prstGeom>
          <a:noFill/>
          <a:ln>
            <a:noFill/>
          </a:ln>
        </p:spPr>
      </p:sp>
      <p:sp>
        <p:nvSpPr>
          <p:cNvPr id="122" name="Google Shape;122;p34"/>
          <p:cNvSpPr>
            <a:spLocks noGrp="1"/>
          </p:cNvSpPr>
          <p:nvPr>
            <p:ph type="pic" idx="7"/>
          </p:nvPr>
        </p:nvSpPr>
        <p:spPr>
          <a:xfrm>
            <a:off x="1823707" y="3512873"/>
            <a:ext cx="1823700" cy="1630500"/>
          </a:xfrm>
          <a:prstGeom prst="rect">
            <a:avLst/>
          </a:prstGeom>
          <a:noFill/>
          <a:ln>
            <a:noFill/>
          </a:ln>
        </p:spPr>
      </p:sp>
      <p:sp>
        <p:nvSpPr>
          <p:cNvPr id="123" name="Google Shape;123;p34"/>
          <p:cNvSpPr>
            <a:spLocks noGrp="1"/>
          </p:cNvSpPr>
          <p:nvPr>
            <p:ph type="pic" idx="8"/>
          </p:nvPr>
        </p:nvSpPr>
        <p:spPr>
          <a:xfrm>
            <a:off x="0" y="3512873"/>
            <a:ext cx="1823700" cy="1630500"/>
          </a:xfrm>
          <a:prstGeom prst="rect">
            <a:avLst/>
          </a:prstGeom>
          <a:noFill/>
          <a:ln>
            <a:noFill/>
          </a:ln>
        </p:spPr>
      </p:sp>
      <p:sp>
        <p:nvSpPr>
          <p:cNvPr id="124" name="Google Shape;124;p34"/>
          <p:cNvSpPr>
            <a:spLocks noGrp="1"/>
          </p:cNvSpPr>
          <p:nvPr>
            <p:ph type="pic" idx="9"/>
          </p:nvPr>
        </p:nvSpPr>
        <p:spPr>
          <a:xfrm>
            <a:off x="7294797" y="3512873"/>
            <a:ext cx="1849200" cy="1630500"/>
          </a:xfrm>
          <a:prstGeom prst="rect">
            <a:avLst/>
          </a:prstGeom>
          <a:noFill/>
          <a:ln>
            <a:noFill/>
          </a:ln>
        </p:spPr>
      </p:sp>
      <p:sp>
        <p:nvSpPr>
          <p:cNvPr id="125" name="Google Shape;125;p34"/>
          <p:cNvSpPr>
            <a:spLocks noGrp="1"/>
          </p:cNvSpPr>
          <p:nvPr>
            <p:ph type="pic" idx="13"/>
          </p:nvPr>
        </p:nvSpPr>
        <p:spPr>
          <a:xfrm>
            <a:off x="3647414" y="3512873"/>
            <a:ext cx="1823700" cy="1630500"/>
          </a:xfrm>
          <a:prstGeom prst="rect">
            <a:avLst/>
          </a:prstGeom>
          <a:noFill/>
          <a:ln>
            <a:noFill/>
          </a:ln>
        </p:spPr>
      </p:sp>
      <p:sp>
        <p:nvSpPr>
          <p:cNvPr id="126" name="Google Shape;126;p34"/>
          <p:cNvSpPr>
            <a:spLocks noGrp="1"/>
          </p:cNvSpPr>
          <p:nvPr>
            <p:ph type="pic" idx="14"/>
          </p:nvPr>
        </p:nvSpPr>
        <p:spPr>
          <a:xfrm>
            <a:off x="5471105" y="3512873"/>
            <a:ext cx="1823700" cy="16305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eam_Three">
  <p:cSld name="Team_Three">
    <p:spTree>
      <p:nvGrpSpPr>
        <p:cNvPr id="1" name="Shape 127"/>
        <p:cNvGrpSpPr/>
        <p:nvPr/>
      </p:nvGrpSpPr>
      <p:grpSpPr>
        <a:xfrm>
          <a:off x="0" y="0"/>
          <a:ext cx="0" cy="0"/>
          <a:chOff x="0" y="0"/>
          <a:chExt cx="0" cy="0"/>
        </a:xfrm>
      </p:grpSpPr>
      <p:sp>
        <p:nvSpPr>
          <p:cNvPr id="128" name="Google Shape;128;p35"/>
          <p:cNvSpPr>
            <a:spLocks noGrp="1"/>
          </p:cNvSpPr>
          <p:nvPr>
            <p:ph type="pic" idx="2"/>
          </p:nvPr>
        </p:nvSpPr>
        <p:spPr>
          <a:xfrm>
            <a:off x="1037271" y="1141902"/>
            <a:ext cx="2230200" cy="2312700"/>
          </a:xfrm>
          <a:prstGeom prst="rect">
            <a:avLst/>
          </a:prstGeom>
          <a:noFill/>
          <a:ln>
            <a:noFill/>
          </a:ln>
        </p:spPr>
      </p:sp>
      <p:sp>
        <p:nvSpPr>
          <p:cNvPr id="129" name="Google Shape;129;p35"/>
          <p:cNvSpPr>
            <a:spLocks noGrp="1"/>
          </p:cNvSpPr>
          <p:nvPr>
            <p:ph type="pic" idx="3"/>
          </p:nvPr>
        </p:nvSpPr>
        <p:spPr>
          <a:xfrm>
            <a:off x="5890570" y="1141902"/>
            <a:ext cx="2230200" cy="2312700"/>
          </a:xfrm>
          <a:prstGeom prst="rect">
            <a:avLst/>
          </a:prstGeom>
          <a:noFill/>
          <a:ln>
            <a:noFill/>
          </a:ln>
        </p:spPr>
      </p:sp>
      <p:sp>
        <p:nvSpPr>
          <p:cNvPr id="130" name="Google Shape;130;p35"/>
          <p:cNvSpPr>
            <a:spLocks noGrp="1"/>
          </p:cNvSpPr>
          <p:nvPr>
            <p:ph type="pic" idx="4"/>
          </p:nvPr>
        </p:nvSpPr>
        <p:spPr>
          <a:xfrm>
            <a:off x="3463920" y="1141902"/>
            <a:ext cx="2230200" cy="23127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ull_Image">
  <p:cSld name="Full_Image">
    <p:spTree>
      <p:nvGrpSpPr>
        <p:cNvPr id="1" name="Shape 131"/>
        <p:cNvGrpSpPr/>
        <p:nvPr/>
      </p:nvGrpSpPr>
      <p:grpSpPr>
        <a:xfrm>
          <a:off x="0" y="0"/>
          <a:ext cx="0" cy="0"/>
          <a:chOff x="0" y="0"/>
          <a:chExt cx="0" cy="0"/>
        </a:xfrm>
      </p:grpSpPr>
      <p:sp>
        <p:nvSpPr>
          <p:cNvPr id="132" name="Google Shape;132;p36"/>
          <p:cNvSpPr>
            <a:spLocks noGrp="1"/>
          </p:cNvSpPr>
          <p:nvPr>
            <p:ph type="pic" idx="2"/>
          </p:nvPr>
        </p:nvSpPr>
        <p:spPr>
          <a:xfrm>
            <a:off x="0" y="0"/>
            <a:ext cx="9144000" cy="5143500"/>
          </a:xfrm>
          <a:prstGeom prst="rect">
            <a:avLst/>
          </a:prstGeom>
          <a:no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ingle_Image">
  <p:cSld name="Single_Image">
    <p:spTree>
      <p:nvGrpSpPr>
        <p:cNvPr id="1" name="Shape 133"/>
        <p:cNvGrpSpPr/>
        <p:nvPr/>
      </p:nvGrpSpPr>
      <p:grpSpPr>
        <a:xfrm>
          <a:off x="0" y="0"/>
          <a:ext cx="0" cy="0"/>
          <a:chOff x="0" y="0"/>
          <a:chExt cx="0" cy="0"/>
        </a:xfrm>
      </p:grpSpPr>
      <p:sp>
        <p:nvSpPr>
          <p:cNvPr id="134" name="Google Shape;134;p37"/>
          <p:cNvSpPr>
            <a:spLocks noGrp="1"/>
          </p:cNvSpPr>
          <p:nvPr>
            <p:ph type="pic" idx="2"/>
          </p:nvPr>
        </p:nvSpPr>
        <p:spPr>
          <a:xfrm>
            <a:off x="627622" y="1028700"/>
            <a:ext cx="7888800" cy="3600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martphone_Mockup">
  <p:cSld name="Smartphone_Mockup">
    <p:spTree>
      <p:nvGrpSpPr>
        <p:cNvPr id="1" name="Shape 135"/>
        <p:cNvGrpSpPr/>
        <p:nvPr/>
      </p:nvGrpSpPr>
      <p:grpSpPr>
        <a:xfrm>
          <a:off x="0" y="0"/>
          <a:ext cx="0" cy="0"/>
          <a:chOff x="0" y="0"/>
          <a:chExt cx="0" cy="0"/>
        </a:xfrm>
      </p:grpSpPr>
      <p:sp>
        <p:nvSpPr>
          <p:cNvPr id="136" name="Google Shape;136;p38"/>
          <p:cNvSpPr>
            <a:spLocks noGrp="1"/>
          </p:cNvSpPr>
          <p:nvPr>
            <p:ph type="pic" idx="2"/>
          </p:nvPr>
        </p:nvSpPr>
        <p:spPr>
          <a:xfrm>
            <a:off x="1137665" y="1241425"/>
            <a:ext cx="1337100" cy="2330400"/>
          </a:xfrm>
          <a:prstGeom prst="rect">
            <a:avLst/>
          </a:prstGeom>
          <a:noFill/>
          <a:ln>
            <a:noFill/>
          </a:ln>
        </p:spPr>
      </p:sp>
      <p:sp>
        <p:nvSpPr>
          <p:cNvPr id="137" name="Google Shape;137;p38"/>
          <p:cNvSpPr>
            <a:spLocks noGrp="1"/>
          </p:cNvSpPr>
          <p:nvPr>
            <p:ph type="pic" idx="3"/>
          </p:nvPr>
        </p:nvSpPr>
        <p:spPr>
          <a:xfrm>
            <a:off x="3160185" y="1241425"/>
            <a:ext cx="1351500" cy="2330400"/>
          </a:xfrm>
          <a:prstGeom prst="rect">
            <a:avLst/>
          </a:prstGeom>
          <a:noFill/>
          <a:ln>
            <a:noFill/>
          </a:ln>
        </p:spPr>
      </p:sp>
      <p:sp>
        <p:nvSpPr>
          <p:cNvPr id="138" name="Google Shape;138;p38"/>
          <p:cNvSpPr>
            <a:spLocks noGrp="1"/>
          </p:cNvSpPr>
          <p:nvPr>
            <p:ph type="pic" idx="4"/>
          </p:nvPr>
        </p:nvSpPr>
        <p:spPr>
          <a:xfrm>
            <a:off x="2068705" y="1008486"/>
            <a:ext cx="1709400" cy="2956800"/>
          </a:xfrm>
          <a:prstGeom prst="rect">
            <a:avLst/>
          </a:prstGeom>
          <a:noFill/>
          <a:ln>
            <a:noFill/>
          </a:ln>
        </p:spPr>
      </p:sp>
      <p:sp>
        <p:nvSpPr>
          <p:cNvPr id="139" name="Google Shape;139;p38"/>
          <p:cNvSpPr txBox="1">
            <a:spLocks noGrp="1"/>
          </p:cNvSpPr>
          <p:nvPr>
            <p:ph type="body" idx="1"/>
          </p:nvPr>
        </p:nvSpPr>
        <p:spPr>
          <a:xfrm>
            <a:off x="4852988" y="1345299"/>
            <a:ext cx="3833700" cy="4617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Tree>
  </p:cSld>
  <p:clrMapOvr>
    <a:masterClrMapping/>
  </p:clrMapOvr>
  <p:transition spd="slow">
    <p:push/>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ptop_Mockup">
  <p:cSld name="Laptop_Mockup">
    <p:spTree>
      <p:nvGrpSpPr>
        <p:cNvPr id="1" name="Shape 140"/>
        <p:cNvGrpSpPr/>
        <p:nvPr/>
      </p:nvGrpSpPr>
      <p:grpSpPr>
        <a:xfrm>
          <a:off x="0" y="0"/>
          <a:ext cx="0" cy="0"/>
          <a:chOff x="0" y="0"/>
          <a:chExt cx="0" cy="0"/>
        </a:xfrm>
      </p:grpSpPr>
      <p:sp>
        <p:nvSpPr>
          <p:cNvPr id="141" name="Google Shape;141;p39"/>
          <p:cNvSpPr txBox="1">
            <a:spLocks noGrp="1"/>
          </p:cNvSpPr>
          <p:nvPr>
            <p:ph type="body" idx="1"/>
          </p:nvPr>
        </p:nvSpPr>
        <p:spPr>
          <a:xfrm>
            <a:off x="676565" y="1520034"/>
            <a:ext cx="3895500" cy="336900"/>
          </a:xfrm>
          <a:prstGeom prst="rect">
            <a:avLst/>
          </a:prstGeom>
          <a:noFill/>
          <a:ln>
            <a:noFill/>
          </a:ln>
        </p:spPr>
        <p:txBody>
          <a:bodyPr spcFirstLastPara="1" wrap="square" lIns="68575" tIns="34275" rIns="68575" bIns="34275" anchor="ctr"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
        <p:nvSpPr>
          <p:cNvPr id="142" name="Google Shape;142;p39"/>
          <p:cNvSpPr>
            <a:spLocks noGrp="1"/>
          </p:cNvSpPr>
          <p:nvPr>
            <p:ph type="pic" idx="2"/>
          </p:nvPr>
        </p:nvSpPr>
        <p:spPr>
          <a:xfrm>
            <a:off x="4924425" y="840640"/>
            <a:ext cx="4533900" cy="2975100"/>
          </a:xfrm>
          <a:prstGeom prst="rect">
            <a:avLst/>
          </a:prstGeom>
          <a:noFill/>
          <a:ln>
            <a:noFill/>
          </a:ln>
        </p:spPr>
      </p:sp>
    </p:spTree>
  </p:cSld>
  <p:clrMapOvr>
    <a:masterClrMapping/>
  </p:clrMapOvr>
  <p:transition spd="slow">
    <p:push/>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ablet_Mockup">
  <p:cSld name="Tablet_Mockup">
    <p:spTree>
      <p:nvGrpSpPr>
        <p:cNvPr id="1" name="Shape 143"/>
        <p:cNvGrpSpPr/>
        <p:nvPr/>
      </p:nvGrpSpPr>
      <p:grpSpPr>
        <a:xfrm>
          <a:off x="0" y="0"/>
          <a:ext cx="0" cy="0"/>
          <a:chOff x="0" y="0"/>
          <a:chExt cx="0" cy="0"/>
        </a:xfrm>
      </p:grpSpPr>
      <p:sp>
        <p:nvSpPr>
          <p:cNvPr id="144" name="Google Shape;144;p40"/>
          <p:cNvSpPr txBox="1">
            <a:spLocks noGrp="1"/>
          </p:cNvSpPr>
          <p:nvPr>
            <p:ph type="body" idx="1"/>
          </p:nvPr>
        </p:nvSpPr>
        <p:spPr>
          <a:xfrm>
            <a:off x="4571638" y="1204047"/>
            <a:ext cx="4115100" cy="3369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
        <p:nvSpPr>
          <p:cNvPr id="145" name="Google Shape;145;p40"/>
          <p:cNvSpPr>
            <a:spLocks noGrp="1"/>
          </p:cNvSpPr>
          <p:nvPr>
            <p:ph type="pic" idx="2"/>
          </p:nvPr>
        </p:nvSpPr>
        <p:spPr>
          <a:xfrm>
            <a:off x="-3993" y="847725"/>
            <a:ext cx="3549000" cy="3545700"/>
          </a:xfrm>
          <a:prstGeom prst="rect">
            <a:avLst/>
          </a:prstGeom>
          <a:noFill/>
          <a:ln>
            <a:noFill/>
          </a:ln>
        </p:spPr>
      </p:sp>
    </p:spTree>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Infographic_One_Third_Right">
  <p:cSld name="Infographic_One_Third_Right">
    <p:spTree>
      <p:nvGrpSpPr>
        <p:cNvPr id="1" name="Shape 146"/>
        <p:cNvGrpSpPr/>
        <p:nvPr/>
      </p:nvGrpSpPr>
      <p:grpSpPr>
        <a:xfrm>
          <a:off x="0" y="0"/>
          <a:ext cx="0" cy="0"/>
          <a:chOff x="0" y="0"/>
          <a:chExt cx="0" cy="0"/>
        </a:xfrm>
      </p:grpSpPr>
      <p:sp>
        <p:nvSpPr>
          <p:cNvPr id="147" name="Google Shape;147;p41"/>
          <p:cNvSpPr txBox="1">
            <a:spLocks noGrp="1"/>
          </p:cNvSpPr>
          <p:nvPr>
            <p:ph type="body" idx="1"/>
          </p:nvPr>
        </p:nvSpPr>
        <p:spPr>
          <a:xfrm>
            <a:off x="635508" y="530352"/>
            <a:ext cx="3936600" cy="3369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Tree>
  </p:cSld>
  <p:clrMapOvr>
    <a:masterClrMapping/>
  </p:clrMapOvr>
  <p:transition spd="slow">
    <p:push/>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Infographic_Two_Thirds_Left">
  <p:cSld name="Infographic_Two_Thirds_Left">
    <p:spTree>
      <p:nvGrpSpPr>
        <p:cNvPr id="1" name="Shape 148"/>
        <p:cNvGrpSpPr/>
        <p:nvPr/>
      </p:nvGrpSpPr>
      <p:grpSpPr>
        <a:xfrm>
          <a:off x="0" y="0"/>
          <a:ext cx="0" cy="0"/>
          <a:chOff x="0" y="0"/>
          <a:chExt cx="0" cy="0"/>
        </a:xfrm>
      </p:grpSpPr>
      <p:sp>
        <p:nvSpPr>
          <p:cNvPr id="149" name="Google Shape;149;p42"/>
          <p:cNvSpPr txBox="1">
            <a:spLocks noGrp="1"/>
          </p:cNvSpPr>
          <p:nvPr>
            <p:ph type="body" idx="1"/>
          </p:nvPr>
        </p:nvSpPr>
        <p:spPr>
          <a:xfrm>
            <a:off x="6481015" y="544068"/>
            <a:ext cx="2205900" cy="6750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Tree>
  </p:cSld>
  <p:clrMapOvr>
    <a:masterClrMapping/>
  </p:clrMapOvr>
  <p:transition spd="slow">
    <p:push/>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nfographic_Two_Thirds_Right">
  <p:cSld name="Infographic_Two_Thirds_Right">
    <p:spTree>
      <p:nvGrpSpPr>
        <p:cNvPr id="1" name="Shape 150"/>
        <p:cNvGrpSpPr/>
        <p:nvPr/>
      </p:nvGrpSpPr>
      <p:grpSpPr>
        <a:xfrm>
          <a:off x="0" y="0"/>
          <a:ext cx="0" cy="0"/>
          <a:chOff x="0" y="0"/>
          <a:chExt cx="0" cy="0"/>
        </a:xfrm>
      </p:grpSpPr>
      <p:sp>
        <p:nvSpPr>
          <p:cNvPr id="151" name="Google Shape;151;p43"/>
          <p:cNvSpPr txBox="1">
            <a:spLocks noGrp="1"/>
          </p:cNvSpPr>
          <p:nvPr>
            <p:ph type="body" idx="1"/>
          </p:nvPr>
        </p:nvSpPr>
        <p:spPr>
          <a:xfrm>
            <a:off x="644652" y="1376172"/>
            <a:ext cx="3927300" cy="6264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
        <p:nvSpPr>
          <p:cNvPr id="152" name="Google Shape;152;p43"/>
          <p:cNvSpPr txBox="1">
            <a:spLocks noGrp="1"/>
          </p:cNvSpPr>
          <p:nvPr>
            <p:ph type="body" idx="2"/>
          </p:nvPr>
        </p:nvSpPr>
        <p:spPr>
          <a:xfrm>
            <a:off x="697936" y="2343863"/>
            <a:ext cx="3874200" cy="2280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000"/>
              <a:buNone/>
              <a:defRPr sz="10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Tree>
  </p:cSld>
  <p:clrMapOvr>
    <a:masterClrMapping/>
  </p:clrMapOvr>
  <p:transition spd="slow">
    <p:push/>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nfographic_Half_Right">
  <p:cSld name="Infographic_Half_Right">
    <p:spTree>
      <p:nvGrpSpPr>
        <p:cNvPr id="1" name="Shape 153"/>
        <p:cNvGrpSpPr/>
        <p:nvPr/>
      </p:nvGrpSpPr>
      <p:grpSpPr>
        <a:xfrm>
          <a:off x="0" y="0"/>
          <a:ext cx="0" cy="0"/>
          <a:chOff x="0" y="0"/>
          <a:chExt cx="0" cy="0"/>
        </a:xfrm>
      </p:grpSpPr>
      <p:sp>
        <p:nvSpPr>
          <p:cNvPr id="154" name="Google Shape;154;p44"/>
          <p:cNvSpPr txBox="1">
            <a:spLocks noGrp="1"/>
          </p:cNvSpPr>
          <p:nvPr>
            <p:ph type="body" idx="1"/>
          </p:nvPr>
        </p:nvSpPr>
        <p:spPr>
          <a:xfrm>
            <a:off x="644652" y="1469945"/>
            <a:ext cx="3927300" cy="6264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2100"/>
              <a:buNone/>
              <a:defRPr sz="2100" b="1" i="0">
                <a:solidFill>
                  <a:schemeClr val="dk1"/>
                </a:solidFill>
                <a:latin typeface="Arial"/>
                <a:ea typeface="Arial"/>
                <a:cs typeface="Arial"/>
                <a:sym typeface="Arial"/>
              </a:defRPr>
            </a:lvl1pPr>
            <a:lvl2pPr marL="914400" lvl="1" indent="-273050" algn="l">
              <a:lnSpc>
                <a:spcPct val="90000"/>
              </a:lnSpc>
              <a:spcBef>
                <a:spcPts val="400"/>
              </a:spcBef>
              <a:spcAft>
                <a:spcPts val="0"/>
              </a:spcAft>
              <a:buClr>
                <a:schemeClr val="dk2"/>
              </a:buClr>
              <a:buSzPts val="700"/>
              <a:buChar char="•"/>
              <a:defRPr/>
            </a:lvl2pPr>
            <a:lvl3pPr marL="1371600" lvl="2" indent="-273050" algn="l">
              <a:lnSpc>
                <a:spcPct val="90000"/>
              </a:lnSpc>
              <a:spcBef>
                <a:spcPts val="400"/>
              </a:spcBef>
              <a:spcAft>
                <a:spcPts val="0"/>
              </a:spcAft>
              <a:buClr>
                <a:schemeClr val="dk2"/>
              </a:buClr>
              <a:buSzPts val="700"/>
              <a:buChar char="•"/>
              <a:defRPr/>
            </a:lvl3pPr>
            <a:lvl4pPr marL="1828800" lvl="3" indent="-273050" algn="l">
              <a:lnSpc>
                <a:spcPct val="90000"/>
              </a:lnSpc>
              <a:spcBef>
                <a:spcPts val="400"/>
              </a:spcBef>
              <a:spcAft>
                <a:spcPts val="0"/>
              </a:spcAft>
              <a:buClr>
                <a:schemeClr val="dk2"/>
              </a:buClr>
              <a:buSzPts val="700"/>
              <a:buChar char="•"/>
              <a:defRPr/>
            </a:lvl4pPr>
            <a:lvl5pPr marL="2286000" lvl="4" indent="-273050" algn="l">
              <a:lnSpc>
                <a:spcPct val="90000"/>
              </a:lnSpc>
              <a:spcBef>
                <a:spcPts val="400"/>
              </a:spcBef>
              <a:spcAft>
                <a:spcPts val="0"/>
              </a:spcAft>
              <a:buClr>
                <a:schemeClr val="dk2"/>
              </a:buClr>
              <a:buSzPts val="700"/>
              <a:buChar char="•"/>
              <a:defRPr/>
            </a:lvl5pPr>
            <a:lvl6pPr marL="2743200" lvl="5" indent="-273050" algn="l">
              <a:lnSpc>
                <a:spcPct val="90000"/>
              </a:lnSpc>
              <a:spcBef>
                <a:spcPts val="400"/>
              </a:spcBef>
              <a:spcAft>
                <a:spcPts val="0"/>
              </a:spcAft>
              <a:buClr>
                <a:schemeClr val="dk1"/>
              </a:buClr>
              <a:buSzPts val="700"/>
              <a:buChar char="•"/>
              <a:defRPr/>
            </a:lvl6pPr>
            <a:lvl7pPr marL="3200400" lvl="6" indent="-273050" algn="l">
              <a:lnSpc>
                <a:spcPct val="90000"/>
              </a:lnSpc>
              <a:spcBef>
                <a:spcPts val="400"/>
              </a:spcBef>
              <a:spcAft>
                <a:spcPts val="0"/>
              </a:spcAft>
              <a:buClr>
                <a:schemeClr val="dk1"/>
              </a:buClr>
              <a:buSzPts val="700"/>
              <a:buChar char="•"/>
              <a:defRPr/>
            </a:lvl7pPr>
            <a:lvl8pPr marL="3657600" lvl="7" indent="-273050" algn="l">
              <a:lnSpc>
                <a:spcPct val="90000"/>
              </a:lnSpc>
              <a:spcBef>
                <a:spcPts val="400"/>
              </a:spcBef>
              <a:spcAft>
                <a:spcPts val="0"/>
              </a:spcAft>
              <a:buClr>
                <a:schemeClr val="dk1"/>
              </a:buClr>
              <a:buSzPts val="700"/>
              <a:buChar char="•"/>
              <a:defRPr/>
            </a:lvl8pPr>
            <a:lvl9pPr marL="4114800" lvl="8" indent="-273050" algn="l">
              <a:lnSpc>
                <a:spcPct val="90000"/>
              </a:lnSpc>
              <a:spcBef>
                <a:spcPts val="400"/>
              </a:spcBef>
              <a:spcAft>
                <a:spcPts val="0"/>
              </a:spcAft>
              <a:buClr>
                <a:schemeClr val="dk1"/>
              </a:buClr>
              <a:buSzPts val="700"/>
              <a:buChar char="•"/>
              <a:defRPr/>
            </a:lvl9pPr>
          </a:lstStyle>
          <a:p>
            <a:endParaRPr/>
          </a:p>
        </p:txBody>
      </p:sp>
    </p:spTree>
  </p:cSld>
  <p:clrMapOvr>
    <a:masterClrMapping/>
  </p:clrMapOvr>
  <p:transition spd="slow">
    <p:push/>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15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396">
          <p15:clr>
            <a:srgbClr val="FBAE40"/>
          </p15:clr>
        </p15:guide>
        <p15:guide id="2" pos="5365">
          <p15:clr>
            <a:srgbClr val="FBAE40"/>
          </p15:clr>
        </p15:guide>
        <p15:guide id="3" orient="horz" pos="2970">
          <p15:clr>
            <a:srgbClr val="FBAE40"/>
          </p15:clr>
        </p15:guide>
        <p15:guide id="4" orient="horz" pos="189">
          <p15:clr>
            <a:srgbClr val="FBAE40"/>
          </p15:clr>
        </p15:guide>
        <p15:guide id="5" orient="horz" pos="864">
          <p15:clr>
            <a:srgbClr val="FBAE40"/>
          </p15:clr>
        </p15:guide>
        <p15:guide id="6" pos="828">
          <p15:clr>
            <a:srgbClr val="FBAE40"/>
          </p15:clr>
        </p15:guide>
        <p15:guide id="7" pos="4933">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Пустой" type="tx">
  <p:cSld name="TITLE_AND_BODY">
    <p:spTree>
      <p:nvGrpSpPr>
        <p:cNvPr id="1" name="Shape 156"/>
        <p:cNvGrpSpPr/>
        <p:nvPr/>
      </p:nvGrpSpPr>
      <p:grpSpPr>
        <a:xfrm>
          <a:off x="0" y="0"/>
          <a:ext cx="0" cy="0"/>
          <a:chOff x="0" y="0"/>
          <a:chExt cx="0" cy="0"/>
        </a:xfrm>
      </p:grpSpPr>
      <p:sp>
        <p:nvSpPr>
          <p:cNvPr id="157" name="Google Shape;157;p46"/>
          <p:cNvSpPr txBox="1">
            <a:spLocks noGrp="1"/>
          </p:cNvSpPr>
          <p:nvPr>
            <p:ph type="sldNum" idx="12"/>
          </p:nvPr>
        </p:nvSpPr>
        <p:spPr>
          <a:xfrm>
            <a:off x="0" y="0"/>
            <a:ext cx="1125300" cy="1125000"/>
          </a:xfrm>
          <a:prstGeom prst="rect">
            <a:avLst/>
          </a:prstGeom>
          <a:noFill/>
          <a:ln>
            <a:noFill/>
          </a:ln>
        </p:spPr>
        <p:txBody>
          <a:bodyPr spcFirstLastPara="1" wrap="square" lIns="34300" tIns="17150" rIns="34300" bIns="17150" anchor="t"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Full_Image_Top">
  <p:cSld name="Full_Image_Top">
    <p:spTree>
      <p:nvGrpSpPr>
        <p:cNvPr id="1" name="Shape 158"/>
        <p:cNvGrpSpPr/>
        <p:nvPr/>
      </p:nvGrpSpPr>
      <p:grpSpPr>
        <a:xfrm>
          <a:off x="0" y="0"/>
          <a:ext cx="0" cy="0"/>
          <a:chOff x="0" y="0"/>
          <a:chExt cx="0" cy="0"/>
        </a:xfrm>
      </p:grpSpPr>
      <p:sp>
        <p:nvSpPr>
          <p:cNvPr id="159" name="Google Shape;159;p47"/>
          <p:cNvSpPr>
            <a:spLocks noGrp="1"/>
          </p:cNvSpPr>
          <p:nvPr>
            <p:ph type="pic" idx="2"/>
          </p:nvPr>
        </p:nvSpPr>
        <p:spPr>
          <a:xfrm>
            <a:off x="0" y="-1"/>
            <a:ext cx="9144000" cy="24003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ull_Image_Top_Taller">
  <p:cSld name="Full_Image_Top_Taller">
    <p:spTree>
      <p:nvGrpSpPr>
        <p:cNvPr id="1" name="Shape 160"/>
        <p:cNvGrpSpPr/>
        <p:nvPr/>
      </p:nvGrpSpPr>
      <p:grpSpPr>
        <a:xfrm>
          <a:off x="0" y="0"/>
          <a:ext cx="0" cy="0"/>
          <a:chOff x="0" y="0"/>
          <a:chExt cx="0" cy="0"/>
        </a:xfrm>
      </p:grpSpPr>
      <p:sp>
        <p:nvSpPr>
          <p:cNvPr id="161" name="Google Shape;161;p48"/>
          <p:cNvSpPr>
            <a:spLocks noGrp="1"/>
          </p:cNvSpPr>
          <p:nvPr>
            <p:ph type="pic" idx="2"/>
          </p:nvPr>
        </p:nvSpPr>
        <p:spPr>
          <a:xfrm>
            <a:off x="0" y="0"/>
            <a:ext cx="9144000" cy="30861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Full_Image_Center">
  <p:cSld name="Full_Image_Center">
    <p:spTree>
      <p:nvGrpSpPr>
        <p:cNvPr id="1" name="Shape 162"/>
        <p:cNvGrpSpPr/>
        <p:nvPr/>
      </p:nvGrpSpPr>
      <p:grpSpPr>
        <a:xfrm>
          <a:off x="0" y="0"/>
          <a:ext cx="0" cy="0"/>
          <a:chOff x="0" y="0"/>
          <a:chExt cx="0" cy="0"/>
        </a:xfrm>
      </p:grpSpPr>
      <p:sp>
        <p:nvSpPr>
          <p:cNvPr id="163" name="Google Shape;163;p49"/>
          <p:cNvSpPr>
            <a:spLocks noGrp="1"/>
          </p:cNvSpPr>
          <p:nvPr>
            <p:ph type="pic" idx="2"/>
          </p:nvPr>
        </p:nvSpPr>
        <p:spPr>
          <a:xfrm>
            <a:off x="0" y="1371600"/>
            <a:ext cx="9144000" cy="24003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wo_Images">
  <p:cSld name="Two_Images">
    <p:spTree>
      <p:nvGrpSpPr>
        <p:cNvPr id="1" name="Shape 164"/>
        <p:cNvGrpSpPr/>
        <p:nvPr/>
      </p:nvGrpSpPr>
      <p:grpSpPr>
        <a:xfrm>
          <a:off x="0" y="0"/>
          <a:ext cx="0" cy="0"/>
          <a:chOff x="0" y="0"/>
          <a:chExt cx="0" cy="0"/>
        </a:xfrm>
      </p:grpSpPr>
      <p:sp>
        <p:nvSpPr>
          <p:cNvPr id="165" name="Google Shape;165;p50"/>
          <p:cNvSpPr>
            <a:spLocks noGrp="1"/>
          </p:cNvSpPr>
          <p:nvPr>
            <p:ph type="pic" idx="2"/>
          </p:nvPr>
        </p:nvSpPr>
        <p:spPr>
          <a:xfrm>
            <a:off x="4829242" y="1028700"/>
            <a:ext cx="3687000" cy="3600600"/>
          </a:xfrm>
          <a:prstGeom prst="rect">
            <a:avLst/>
          </a:prstGeom>
          <a:noFill/>
          <a:ln>
            <a:noFill/>
          </a:ln>
        </p:spPr>
      </p:sp>
      <p:sp>
        <p:nvSpPr>
          <p:cNvPr id="166" name="Google Shape;166;p50"/>
          <p:cNvSpPr>
            <a:spLocks noGrp="1"/>
          </p:cNvSpPr>
          <p:nvPr>
            <p:ph type="pic" idx="3"/>
          </p:nvPr>
        </p:nvSpPr>
        <p:spPr>
          <a:xfrm>
            <a:off x="627623" y="1028700"/>
            <a:ext cx="3687000" cy="36006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_Images_Wide">
  <p:cSld name="Two_Images_Wide">
    <p:spTree>
      <p:nvGrpSpPr>
        <p:cNvPr id="1" name="Shape 167"/>
        <p:cNvGrpSpPr/>
        <p:nvPr/>
      </p:nvGrpSpPr>
      <p:grpSpPr>
        <a:xfrm>
          <a:off x="0" y="0"/>
          <a:ext cx="0" cy="0"/>
          <a:chOff x="0" y="0"/>
          <a:chExt cx="0" cy="0"/>
        </a:xfrm>
      </p:grpSpPr>
      <p:sp>
        <p:nvSpPr>
          <p:cNvPr id="168" name="Google Shape;168;p51"/>
          <p:cNvSpPr>
            <a:spLocks noGrp="1"/>
          </p:cNvSpPr>
          <p:nvPr>
            <p:ph type="pic" idx="2"/>
          </p:nvPr>
        </p:nvSpPr>
        <p:spPr>
          <a:xfrm>
            <a:off x="0" y="0"/>
            <a:ext cx="5366100" cy="2575200"/>
          </a:xfrm>
          <a:prstGeom prst="rect">
            <a:avLst/>
          </a:prstGeom>
          <a:noFill/>
          <a:ln>
            <a:noFill/>
          </a:ln>
        </p:spPr>
      </p:sp>
      <p:sp>
        <p:nvSpPr>
          <p:cNvPr id="169" name="Google Shape;169;p51"/>
          <p:cNvSpPr>
            <a:spLocks noGrp="1"/>
          </p:cNvSpPr>
          <p:nvPr>
            <p:ph type="pic" idx="3"/>
          </p:nvPr>
        </p:nvSpPr>
        <p:spPr>
          <a:xfrm>
            <a:off x="3781655" y="2575179"/>
            <a:ext cx="5366100" cy="25752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hree_Images">
  <p:cSld name="Three_Images">
    <p:spTree>
      <p:nvGrpSpPr>
        <p:cNvPr id="1" name="Shape 170"/>
        <p:cNvGrpSpPr/>
        <p:nvPr/>
      </p:nvGrpSpPr>
      <p:grpSpPr>
        <a:xfrm>
          <a:off x="0" y="0"/>
          <a:ext cx="0" cy="0"/>
          <a:chOff x="0" y="0"/>
          <a:chExt cx="0" cy="0"/>
        </a:xfrm>
      </p:grpSpPr>
      <p:sp>
        <p:nvSpPr>
          <p:cNvPr id="171" name="Google Shape;171;p52"/>
          <p:cNvSpPr/>
          <p:nvPr/>
        </p:nvSpPr>
        <p:spPr>
          <a:xfrm>
            <a:off x="6087712" y="4562475"/>
            <a:ext cx="3054300" cy="581100"/>
          </a:xfrm>
          <a:prstGeom prst="rect">
            <a:avLst/>
          </a:prstGeom>
          <a:solidFill>
            <a:schemeClr val="lt1"/>
          </a:solidFill>
          <a:ln>
            <a:noFill/>
          </a:ln>
        </p:spPr>
        <p:txBody>
          <a:bodyPr spcFirstLastPara="1" wrap="square" lIns="34300" tIns="17150" rIns="34300" bIns="17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2" name="Google Shape;172;p52"/>
          <p:cNvSpPr>
            <a:spLocks noGrp="1"/>
          </p:cNvSpPr>
          <p:nvPr>
            <p:ph type="pic" idx="2"/>
          </p:nvPr>
        </p:nvSpPr>
        <p:spPr>
          <a:xfrm>
            <a:off x="6087712" y="0"/>
            <a:ext cx="3056400" cy="2575800"/>
          </a:xfrm>
          <a:prstGeom prst="rect">
            <a:avLst/>
          </a:prstGeom>
          <a:noFill/>
          <a:ln>
            <a:noFill/>
          </a:ln>
        </p:spPr>
      </p:sp>
      <p:sp>
        <p:nvSpPr>
          <p:cNvPr id="173" name="Google Shape;173;p52"/>
          <p:cNvSpPr>
            <a:spLocks noGrp="1"/>
          </p:cNvSpPr>
          <p:nvPr>
            <p:ph type="pic" idx="3"/>
          </p:nvPr>
        </p:nvSpPr>
        <p:spPr>
          <a:xfrm>
            <a:off x="-3682" y="0"/>
            <a:ext cx="3056400" cy="2575800"/>
          </a:xfrm>
          <a:prstGeom prst="rect">
            <a:avLst/>
          </a:prstGeom>
          <a:noFill/>
          <a:ln>
            <a:noFill/>
          </a:ln>
        </p:spPr>
      </p:sp>
      <p:sp>
        <p:nvSpPr>
          <p:cNvPr id="174" name="Google Shape;174;p52"/>
          <p:cNvSpPr>
            <a:spLocks noGrp="1"/>
          </p:cNvSpPr>
          <p:nvPr>
            <p:ph type="pic" idx="4"/>
          </p:nvPr>
        </p:nvSpPr>
        <p:spPr>
          <a:xfrm>
            <a:off x="3050764" y="2575931"/>
            <a:ext cx="3036900" cy="2567700"/>
          </a:xfrm>
          <a:prstGeom prst="rect">
            <a:avLst/>
          </a:prstGeom>
          <a:noFill/>
          <a:ln>
            <a:noFill/>
          </a:ln>
        </p:spPr>
      </p:sp>
      <p:sp>
        <p:nvSpPr>
          <p:cNvPr id="175" name="Google Shape;175;p52"/>
          <p:cNvSpPr/>
          <p:nvPr/>
        </p:nvSpPr>
        <p:spPr>
          <a:xfrm>
            <a:off x="6087712" y="4562475"/>
            <a:ext cx="3054300" cy="581100"/>
          </a:xfrm>
          <a:prstGeom prst="rect">
            <a:avLst/>
          </a:prstGeom>
          <a:solidFill>
            <a:schemeClr val="lt1"/>
          </a:solidFill>
          <a:ln>
            <a:noFill/>
          </a:ln>
        </p:spPr>
        <p:txBody>
          <a:bodyPr spcFirstLastPara="1" wrap="square" lIns="34300" tIns="17150" rIns="34300" bIns="17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76" name="Google Shape;176;p52"/>
          <p:cNvSpPr/>
          <p:nvPr/>
        </p:nvSpPr>
        <p:spPr>
          <a:xfrm>
            <a:off x="6087712" y="4562475"/>
            <a:ext cx="3054300" cy="581100"/>
          </a:xfrm>
          <a:prstGeom prst="rect">
            <a:avLst/>
          </a:prstGeom>
          <a:solidFill>
            <a:schemeClr val="lt1"/>
          </a:solidFill>
          <a:ln>
            <a:noFill/>
          </a:ln>
        </p:spPr>
        <p:txBody>
          <a:bodyPr spcFirstLastPara="1" wrap="square" lIns="34300" tIns="17150" rIns="34300" bIns="17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77"/>
        <p:cNvGrpSpPr/>
        <p:nvPr/>
      </p:nvGrpSpPr>
      <p:grpSpPr>
        <a:xfrm>
          <a:off x="0" y="0"/>
          <a:ext cx="0" cy="0"/>
          <a:chOff x="0" y="0"/>
          <a:chExt cx="0" cy="0"/>
        </a:xfrm>
      </p:grpSpPr>
      <p:sp>
        <p:nvSpPr>
          <p:cNvPr id="178" name="Google Shape;178;p53"/>
          <p:cNvSpPr>
            <a:spLocks noGrp="1"/>
          </p:cNvSpPr>
          <p:nvPr>
            <p:ph type="pic" idx="2"/>
          </p:nvPr>
        </p:nvSpPr>
        <p:spPr>
          <a:xfrm>
            <a:off x="4571952" y="0"/>
            <a:ext cx="4572000" cy="2571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wo_Images_Top">
  <p:cSld name="Two_Images_Top">
    <p:spTree>
      <p:nvGrpSpPr>
        <p:cNvPr id="1" name="Shape 179"/>
        <p:cNvGrpSpPr/>
        <p:nvPr/>
      </p:nvGrpSpPr>
      <p:grpSpPr>
        <a:xfrm>
          <a:off x="0" y="0"/>
          <a:ext cx="0" cy="0"/>
          <a:chOff x="0" y="0"/>
          <a:chExt cx="0" cy="0"/>
        </a:xfrm>
      </p:grpSpPr>
      <p:sp>
        <p:nvSpPr>
          <p:cNvPr id="180" name="Google Shape;180;p54"/>
          <p:cNvSpPr>
            <a:spLocks noGrp="1"/>
          </p:cNvSpPr>
          <p:nvPr>
            <p:ph type="pic" idx="2"/>
          </p:nvPr>
        </p:nvSpPr>
        <p:spPr>
          <a:xfrm>
            <a:off x="4570333" y="0"/>
            <a:ext cx="4570200" cy="3060300"/>
          </a:xfrm>
          <a:prstGeom prst="rect">
            <a:avLst/>
          </a:prstGeom>
          <a:noFill/>
          <a:ln>
            <a:noFill/>
          </a:ln>
        </p:spPr>
      </p:sp>
      <p:sp>
        <p:nvSpPr>
          <p:cNvPr id="181" name="Google Shape;181;p54"/>
          <p:cNvSpPr>
            <a:spLocks noGrp="1"/>
          </p:cNvSpPr>
          <p:nvPr>
            <p:ph type="pic" idx="3"/>
          </p:nvPr>
        </p:nvSpPr>
        <p:spPr>
          <a:xfrm>
            <a:off x="0" y="0"/>
            <a:ext cx="4570200" cy="3060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Logo_Right_Image">
  <p:cSld name="Logo_Right_Image">
    <p:spTree>
      <p:nvGrpSpPr>
        <p:cNvPr id="1" name="Shape 182"/>
        <p:cNvGrpSpPr/>
        <p:nvPr/>
      </p:nvGrpSpPr>
      <p:grpSpPr>
        <a:xfrm>
          <a:off x="0" y="0"/>
          <a:ext cx="0" cy="0"/>
          <a:chOff x="0" y="0"/>
          <a:chExt cx="0" cy="0"/>
        </a:xfrm>
      </p:grpSpPr>
      <p:sp>
        <p:nvSpPr>
          <p:cNvPr id="183" name="Google Shape;183;p55"/>
          <p:cNvSpPr>
            <a:spLocks noGrp="1"/>
          </p:cNvSpPr>
          <p:nvPr>
            <p:ph type="pic" idx="2"/>
          </p:nvPr>
        </p:nvSpPr>
        <p:spPr>
          <a:xfrm>
            <a:off x="3329506" y="0"/>
            <a:ext cx="5814600" cy="5143500"/>
          </a:xfrm>
          <a:prstGeom prst="rect">
            <a:avLst/>
          </a:prstGeom>
          <a:noFill/>
          <a:ln>
            <a:noFill/>
          </a:ln>
        </p:spPr>
      </p:sp>
      <p:sp>
        <p:nvSpPr>
          <p:cNvPr id="184" name="Google Shape;184;p55"/>
          <p:cNvSpPr>
            <a:spLocks noGrp="1"/>
          </p:cNvSpPr>
          <p:nvPr>
            <p:ph type="pic" idx="3"/>
          </p:nvPr>
        </p:nvSpPr>
        <p:spPr>
          <a:xfrm>
            <a:off x="1054064" y="628049"/>
            <a:ext cx="1204500" cy="1229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llage_Left">
  <p:cSld name="Collage_Left">
    <p:spTree>
      <p:nvGrpSpPr>
        <p:cNvPr id="1" name="Shape 185"/>
        <p:cNvGrpSpPr/>
        <p:nvPr/>
      </p:nvGrpSpPr>
      <p:grpSpPr>
        <a:xfrm>
          <a:off x="0" y="0"/>
          <a:ext cx="0" cy="0"/>
          <a:chOff x="0" y="0"/>
          <a:chExt cx="0" cy="0"/>
        </a:xfrm>
      </p:grpSpPr>
      <p:sp>
        <p:nvSpPr>
          <p:cNvPr id="186" name="Google Shape;186;p56"/>
          <p:cNvSpPr>
            <a:spLocks noGrp="1"/>
          </p:cNvSpPr>
          <p:nvPr>
            <p:ph type="pic" idx="2"/>
          </p:nvPr>
        </p:nvSpPr>
        <p:spPr>
          <a:xfrm>
            <a:off x="2613390" y="752527"/>
            <a:ext cx="1446300" cy="1976700"/>
          </a:xfrm>
          <a:prstGeom prst="rect">
            <a:avLst/>
          </a:prstGeom>
          <a:noFill/>
          <a:ln>
            <a:noFill/>
          </a:ln>
        </p:spPr>
      </p:sp>
      <p:sp>
        <p:nvSpPr>
          <p:cNvPr id="187" name="Google Shape;187;p56"/>
          <p:cNvSpPr>
            <a:spLocks noGrp="1"/>
          </p:cNvSpPr>
          <p:nvPr>
            <p:ph type="pic" idx="3"/>
          </p:nvPr>
        </p:nvSpPr>
        <p:spPr>
          <a:xfrm>
            <a:off x="2605413" y="2848951"/>
            <a:ext cx="1454400" cy="1823100"/>
          </a:xfrm>
          <a:prstGeom prst="rect">
            <a:avLst/>
          </a:prstGeom>
          <a:noFill/>
          <a:ln>
            <a:noFill/>
          </a:ln>
        </p:spPr>
      </p:sp>
      <p:sp>
        <p:nvSpPr>
          <p:cNvPr id="188" name="Google Shape;188;p56"/>
          <p:cNvSpPr>
            <a:spLocks noGrp="1"/>
          </p:cNvSpPr>
          <p:nvPr>
            <p:ph type="pic" idx="4"/>
          </p:nvPr>
        </p:nvSpPr>
        <p:spPr>
          <a:xfrm>
            <a:off x="1036308" y="752526"/>
            <a:ext cx="1454400" cy="1155600"/>
          </a:xfrm>
          <a:prstGeom prst="rect">
            <a:avLst/>
          </a:prstGeom>
          <a:noFill/>
          <a:ln>
            <a:noFill/>
          </a:ln>
        </p:spPr>
      </p:sp>
      <p:sp>
        <p:nvSpPr>
          <p:cNvPr id="189" name="Google Shape;189;p56"/>
          <p:cNvSpPr>
            <a:spLocks noGrp="1"/>
          </p:cNvSpPr>
          <p:nvPr>
            <p:ph type="pic" idx="5"/>
          </p:nvPr>
        </p:nvSpPr>
        <p:spPr>
          <a:xfrm>
            <a:off x="1036308" y="2036408"/>
            <a:ext cx="1454400" cy="26355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llage_Right">
  <p:cSld name="Collage_Right">
    <p:spTree>
      <p:nvGrpSpPr>
        <p:cNvPr id="1" name="Shape 190"/>
        <p:cNvGrpSpPr/>
        <p:nvPr/>
      </p:nvGrpSpPr>
      <p:grpSpPr>
        <a:xfrm>
          <a:off x="0" y="0"/>
          <a:ext cx="0" cy="0"/>
          <a:chOff x="0" y="0"/>
          <a:chExt cx="0" cy="0"/>
        </a:xfrm>
      </p:grpSpPr>
      <p:sp>
        <p:nvSpPr>
          <p:cNvPr id="191" name="Google Shape;191;p57"/>
          <p:cNvSpPr>
            <a:spLocks noGrp="1"/>
          </p:cNvSpPr>
          <p:nvPr>
            <p:ph type="pic" idx="2"/>
          </p:nvPr>
        </p:nvSpPr>
        <p:spPr>
          <a:xfrm>
            <a:off x="5057189" y="752527"/>
            <a:ext cx="1446300" cy="1976700"/>
          </a:xfrm>
          <a:prstGeom prst="rect">
            <a:avLst/>
          </a:prstGeom>
          <a:noFill/>
          <a:ln>
            <a:noFill/>
          </a:ln>
        </p:spPr>
      </p:sp>
      <p:sp>
        <p:nvSpPr>
          <p:cNvPr id="192" name="Google Shape;192;p57"/>
          <p:cNvSpPr>
            <a:spLocks noGrp="1"/>
          </p:cNvSpPr>
          <p:nvPr>
            <p:ph type="pic" idx="3"/>
          </p:nvPr>
        </p:nvSpPr>
        <p:spPr>
          <a:xfrm>
            <a:off x="5049212" y="2848951"/>
            <a:ext cx="1454400" cy="1823100"/>
          </a:xfrm>
          <a:prstGeom prst="rect">
            <a:avLst/>
          </a:prstGeom>
          <a:noFill/>
          <a:ln>
            <a:noFill/>
          </a:ln>
        </p:spPr>
      </p:sp>
      <p:sp>
        <p:nvSpPr>
          <p:cNvPr id="193" name="Google Shape;193;p57"/>
          <p:cNvSpPr>
            <a:spLocks noGrp="1"/>
          </p:cNvSpPr>
          <p:nvPr>
            <p:ph type="pic" idx="4"/>
          </p:nvPr>
        </p:nvSpPr>
        <p:spPr>
          <a:xfrm>
            <a:off x="6644183" y="752526"/>
            <a:ext cx="1454400" cy="1155600"/>
          </a:xfrm>
          <a:prstGeom prst="rect">
            <a:avLst/>
          </a:prstGeom>
          <a:noFill/>
          <a:ln>
            <a:noFill/>
          </a:ln>
        </p:spPr>
      </p:sp>
      <p:sp>
        <p:nvSpPr>
          <p:cNvPr id="194" name="Google Shape;194;p57"/>
          <p:cNvSpPr>
            <a:spLocks noGrp="1"/>
          </p:cNvSpPr>
          <p:nvPr>
            <p:ph type="pic" idx="5"/>
          </p:nvPr>
        </p:nvSpPr>
        <p:spPr>
          <a:xfrm>
            <a:off x="6644183" y="2036408"/>
            <a:ext cx="1454400" cy="26355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ollage">
  <p:cSld name="Collage">
    <p:spTree>
      <p:nvGrpSpPr>
        <p:cNvPr id="1" name="Shape 195"/>
        <p:cNvGrpSpPr/>
        <p:nvPr/>
      </p:nvGrpSpPr>
      <p:grpSpPr>
        <a:xfrm>
          <a:off x="0" y="0"/>
          <a:ext cx="0" cy="0"/>
          <a:chOff x="0" y="0"/>
          <a:chExt cx="0" cy="0"/>
        </a:xfrm>
      </p:grpSpPr>
      <p:sp>
        <p:nvSpPr>
          <p:cNvPr id="196" name="Google Shape;196;p58"/>
          <p:cNvSpPr>
            <a:spLocks noGrp="1"/>
          </p:cNvSpPr>
          <p:nvPr>
            <p:ph type="pic" idx="2"/>
          </p:nvPr>
        </p:nvSpPr>
        <p:spPr>
          <a:xfrm>
            <a:off x="7294797" y="0"/>
            <a:ext cx="1849200" cy="1630500"/>
          </a:xfrm>
          <a:prstGeom prst="rect">
            <a:avLst/>
          </a:prstGeom>
          <a:noFill/>
          <a:ln>
            <a:noFill/>
          </a:ln>
        </p:spPr>
      </p:sp>
      <p:sp>
        <p:nvSpPr>
          <p:cNvPr id="197" name="Google Shape;197;p58"/>
          <p:cNvSpPr>
            <a:spLocks noGrp="1"/>
          </p:cNvSpPr>
          <p:nvPr>
            <p:ph type="pic" idx="3"/>
          </p:nvPr>
        </p:nvSpPr>
        <p:spPr>
          <a:xfrm>
            <a:off x="3647414" y="0"/>
            <a:ext cx="1823700" cy="1630500"/>
          </a:xfrm>
          <a:prstGeom prst="rect">
            <a:avLst/>
          </a:prstGeom>
          <a:noFill/>
          <a:ln>
            <a:noFill/>
          </a:ln>
        </p:spPr>
      </p:sp>
      <p:sp>
        <p:nvSpPr>
          <p:cNvPr id="198" name="Google Shape;198;p58"/>
          <p:cNvSpPr>
            <a:spLocks noGrp="1"/>
          </p:cNvSpPr>
          <p:nvPr>
            <p:ph type="pic" idx="4"/>
          </p:nvPr>
        </p:nvSpPr>
        <p:spPr>
          <a:xfrm>
            <a:off x="5471105" y="0"/>
            <a:ext cx="1823700" cy="1630500"/>
          </a:xfrm>
          <a:prstGeom prst="rect">
            <a:avLst/>
          </a:prstGeom>
          <a:noFill/>
          <a:ln>
            <a:noFill/>
          </a:ln>
        </p:spPr>
      </p:sp>
      <p:sp>
        <p:nvSpPr>
          <p:cNvPr id="199" name="Google Shape;199;p58"/>
          <p:cNvSpPr>
            <a:spLocks noGrp="1"/>
          </p:cNvSpPr>
          <p:nvPr>
            <p:ph type="pic" idx="5"/>
          </p:nvPr>
        </p:nvSpPr>
        <p:spPr>
          <a:xfrm>
            <a:off x="1823707" y="0"/>
            <a:ext cx="1823700" cy="5143500"/>
          </a:xfrm>
          <a:prstGeom prst="rect">
            <a:avLst/>
          </a:prstGeom>
          <a:noFill/>
          <a:ln>
            <a:noFill/>
          </a:ln>
        </p:spPr>
      </p:sp>
      <p:sp>
        <p:nvSpPr>
          <p:cNvPr id="200" name="Google Shape;200;p58"/>
          <p:cNvSpPr>
            <a:spLocks noGrp="1"/>
          </p:cNvSpPr>
          <p:nvPr>
            <p:ph type="pic" idx="6"/>
          </p:nvPr>
        </p:nvSpPr>
        <p:spPr>
          <a:xfrm>
            <a:off x="0" y="0"/>
            <a:ext cx="1823700" cy="5143500"/>
          </a:xfrm>
          <a:prstGeom prst="rect">
            <a:avLst/>
          </a:prstGeom>
          <a:noFill/>
          <a:ln>
            <a:noFill/>
          </a:ln>
        </p:spPr>
      </p:sp>
      <p:sp>
        <p:nvSpPr>
          <p:cNvPr id="201" name="Google Shape;201;p58"/>
          <p:cNvSpPr>
            <a:spLocks noGrp="1"/>
          </p:cNvSpPr>
          <p:nvPr>
            <p:ph type="pic" idx="7"/>
          </p:nvPr>
        </p:nvSpPr>
        <p:spPr>
          <a:xfrm>
            <a:off x="7294797" y="3512873"/>
            <a:ext cx="1849200" cy="1630500"/>
          </a:xfrm>
          <a:prstGeom prst="rect">
            <a:avLst/>
          </a:prstGeom>
          <a:noFill/>
          <a:ln>
            <a:noFill/>
          </a:ln>
        </p:spPr>
      </p:sp>
      <p:sp>
        <p:nvSpPr>
          <p:cNvPr id="202" name="Google Shape;202;p58"/>
          <p:cNvSpPr>
            <a:spLocks noGrp="1"/>
          </p:cNvSpPr>
          <p:nvPr>
            <p:ph type="pic" idx="8"/>
          </p:nvPr>
        </p:nvSpPr>
        <p:spPr>
          <a:xfrm>
            <a:off x="3647414" y="3512873"/>
            <a:ext cx="1823700" cy="1630500"/>
          </a:xfrm>
          <a:prstGeom prst="rect">
            <a:avLst/>
          </a:prstGeom>
          <a:noFill/>
          <a:ln>
            <a:noFill/>
          </a:ln>
        </p:spPr>
      </p:sp>
      <p:sp>
        <p:nvSpPr>
          <p:cNvPr id="203" name="Google Shape;203;p58"/>
          <p:cNvSpPr>
            <a:spLocks noGrp="1"/>
          </p:cNvSpPr>
          <p:nvPr>
            <p:ph type="pic" idx="9"/>
          </p:nvPr>
        </p:nvSpPr>
        <p:spPr>
          <a:xfrm>
            <a:off x="5471105" y="3512873"/>
            <a:ext cx="1823700" cy="16305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eam_Four">
  <p:cSld name="Team_Four">
    <p:spTree>
      <p:nvGrpSpPr>
        <p:cNvPr id="1" name="Shape 204"/>
        <p:cNvGrpSpPr/>
        <p:nvPr/>
      </p:nvGrpSpPr>
      <p:grpSpPr>
        <a:xfrm>
          <a:off x="0" y="0"/>
          <a:ext cx="0" cy="0"/>
          <a:chOff x="0" y="0"/>
          <a:chExt cx="0" cy="0"/>
        </a:xfrm>
      </p:grpSpPr>
      <p:sp>
        <p:nvSpPr>
          <p:cNvPr id="205" name="Google Shape;205;p59"/>
          <p:cNvSpPr>
            <a:spLocks noGrp="1"/>
          </p:cNvSpPr>
          <p:nvPr>
            <p:ph type="pic" idx="2"/>
          </p:nvPr>
        </p:nvSpPr>
        <p:spPr>
          <a:xfrm>
            <a:off x="2729414" y="1584060"/>
            <a:ext cx="1701300" cy="1630500"/>
          </a:xfrm>
          <a:prstGeom prst="rect">
            <a:avLst/>
          </a:prstGeom>
          <a:noFill/>
          <a:ln>
            <a:noFill/>
          </a:ln>
        </p:spPr>
      </p:sp>
      <p:sp>
        <p:nvSpPr>
          <p:cNvPr id="206" name="Google Shape;206;p59"/>
          <p:cNvSpPr>
            <a:spLocks noGrp="1"/>
          </p:cNvSpPr>
          <p:nvPr>
            <p:ph type="pic" idx="3"/>
          </p:nvPr>
        </p:nvSpPr>
        <p:spPr>
          <a:xfrm>
            <a:off x="731502" y="1584060"/>
            <a:ext cx="1701300" cy="1630500"/>
          </a:xfrm>
          <a:prstGeom prst="rect">
            <a:avLst/>
          </a:prstGeom>
          <a:noFill/>
          <a:ln>
            <a:noFill/>
          </a:ln>
        </p:spPr>
      </p:sp>
      <p:sp>
        <p:nvSpPr>
          <p:cNvPr id="207" name="Google Shape;207;p59"/>
          <p:cNvSpPr>
            <a:spLocks noGrp="1"/>
          </p:cNvSpPr>
          <p:nvPr>
            <p:ph type="pic" idx="4"/>
          </p:nvPr>
        </p:nvSpPr>
        <p:spPr>
          <a:xfrm>
            <a:off x="6725240" y="1584060"/>
            <a:ext cx="1701300" cy="1630500"/>
          </a:xfrm>
          <a:prstGeom prst="rect">
            <a:avLst/>
          </a:prstGeom>
          <a:noFill/>
          <a:ln>
            <a:noFill/>
          </a:ln>
        </p:spPr>
      </p:sp>
      <p:sp>
        <p:nvSpPr>
          <p:cNvPr id="208" name="Google Shape;208;p59"/>
          <p:cNvSpPr>
            <a:spLocks noGrp="1"/>
          </p:cNvSpPr>
          <p:nvPr>
            <p:ph type="pic" idx="5"/>
          </p:nvPr>
        </p:nvSpPr>
        <p:spPr>
          <a:xfrm>
            <a:off x="4727328" y="1584060"/>
            <a:ext cx="1701300" cy="16305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eam_Six">
  <p:cSld name="Team_Six">
    <p:spTree>
      <p:nvGrpSpPr>
        <p:cNvPr id="1" name="Shape 209"/>
        <p:cNvGrpSpPr/>
        <p:nvPr/>
      </p:nvGrpSpPr>
      <p:grpSpPr>
        <a:xfrm>
          <a:off x="0" y="0"/>
          <a:ext cx="0" cy="0"/>
          <a:chOff x="0" y="0"/>
          <a:chExt cx="0" cy="0"/>
        </a:xfrm>
      </p:grpSpPr>
      <p:sp>
        <p:nvSpPr>
          <p:cNvPr id="210" name="Google Shape;210;p60"/>
          <p:cNvSpPr>
            <a:spLocks noGrp="1"/>
          </p:cNvSpPr>
          <p:nvPr>
            <p:ph type="pic" idx="2"/>
          </p:nvPr>
        </p:nvSpPr>
        <p:spPr>
          <a:xfrm>
            <a:off x="3561164" y="2905263"/>
            <a:ext cx="2034900" cy="1371600"/>
          </a:xfrm>
          <a:prstGeom prst="rect">
            <a:avLst/>
          </a:prstGeom>
          <a:noFill/>
          <a:ln>
            <a:noFill/>
          </a:ln>
        </p:spPr>
      </p:sp>
      <p:sp>
        <p:nvSpPr>
          <p:cNvPr id="211" name="Google Shape;211;p60"/>
          <p:cNvSpPr>
            <a:spLocks noGrp="1"/>
          </p:cNvSpPr>
          <p:nvPr>
            <p:ph type="pic" idx="3"/>
          </p:nvPr>
        </p:nvSpPr>
        <p:spPr>
          <a:xfrm>
            <a:off x="6011979" y="2905263"/>
            <a:ext cx="2034900" cy="1371600"/>
          </a:xfrm>
          <a:prstGeom prst="rect">
            <a:avLst/>
          </a:prstGeom>
          <a:noFill/>
          <a:ln>
            <a:noFill/>
          </a:ln>
        </p:spPr>
      </p:sp>
      <p:sp>
        <p:nvSpPr>
          <p:cNvPr id="212" name="Google Shape;212;p60"/>
          <p:cNvSpPr>
            <a:spLocks noGrp="1"/>
          </p:cNvSpPr>
          <p:nvPr>
            <p:ph type="pic" idx="4"/>
          </p:nvPr>
        </p:nvSpPr>
        <p:spPr>
          <a:xfrm>
            <a:off x="1099955" y="2905263"/>
            <a:ext cx="2034900" cy="1371600"/>
          </a:xfrm>
          <a:prstGeom prst="rect">
            <a:avLst/>
          </a:prstGeom>
          <a:noFill/>
          <a:ln>
            <a:noFill/>
          </a:ln>
        </p:spPr>
      </p:sp>
      <p:sp>
        <p:nvSpPr>
          <p:cNvPr id="213" name="Google Shape;213;p60"/>
          <p:cNvSpPr>
            <a:spLocks noGrp="1"/>
          </p:cNvSpPr>
          <p:nvPr>
            <p:ph type="pic" idx="5"/>
          </p:nvPr>
        </p:nvSpPr>
        <p:spPr>
          <a:xfrm>
            <a:off x="3561164" y="1200150"/>
            <a:ext cx="2034900" cy="1371600"/>
          </a:xfrm>
          <a:prstGeom prst="rect">
            <a:avLst/>
          </a:prstGeom>
          <a:noFill/>
          <a:ln>
            <a:noFill/>
          </a:ln>
        </p:spPr>
      </p:sp>
      <p:sp>
        <p:nvSpPr>
          <p:cNvPr id="214" name="Google Shape;214;p60"/>
          <p:cNvSpPr>
            <a:spLocks noGrp="1"/>
          </p:cNvSpPr>
          <p:nvPr>
            <p:ph type="pic" idx="6"/>
          </p:nvPr>
        </p:nvSpPr>
        <p:spPr>
          <a:xfrm>
            <a:off x="6011979" y="1200150"/>
            <a:ext cx="2034900" cy="1371600"/>
          </a:xfrm>
          <a:prstGeom prst="rect">
            <a:avLst/>
          </a:prstGeom>
          <a:noFill/>
          <a:ln>
            <a:noFill/>
          </a:ln>
        </p:spPr>
      </p:sp>
      <p:sp>
        <p:nvSpPr>
          <p:cNvPr id="215" name="Google Shape;215;p60"/>
          <p:cNvSpPr>
            <a:spLocks noGrp="1"/>
          </p:cNvSpPr>
          <p:nvPr>
            <p:ph type="pic" idx="7"/>
          </p:nvPr>
        </p:nvSpPr>
        <p:spPr>
          <a:xfrm>
            <a:off x="1099955" y="1200150"/>
            <a:ext cx="2034900" cy="13716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1_Full_Image_Top_Taller">
  <p:cSld name="1_Full_Image_Top_Taller">
    <p:spTree>
      <p:nvGrpSpPr>
        <p:cNvPr id="1" name="Shape 217"/>
        <p:cNvGrpSpPr/>
        <p:nvPr/>
      </p:nvGrpSpPr>
      <p:grpSpPr>
        <a:xfrm>
          <a:off x="0" y="0"/>
          <a:ext cx="0" cy="0"/>
          <a:chOff x="0" y="0"/>
          <a:chExt cx="0" cy="0"/>
        </a:xfrm>
      </p:grpSpPr>
      <p:sp>
        <p:nvSpPr>
          <p:cNvPr id="218" name="Google Shape;218;p62"/>
          <p:cNvSpPr>
            <a:spLocks noGrp="1"/>
          </p:cNvSpPr>
          <p:nvPr>
            <p:ph type="pic" idx="2"/>
          </p:nvPr>
        </p:nvSpPr>
        <p:spPr>
          <a:xfrm>
            <a:off x="0" y="0"/>
            <a:ext cx="9144000" cy="30861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Quote">
  <p:cSld name="1_Quote">
    <p:spTree>
      <p:nvGrpSpPr>
        <p:cNvPr id="1" name="Shape 219"/>
        <p:cNvGrpSpPr/>
        <p:nvPr/>
      </p:nvGrpSpPr>
      <p:grpSpPr>
        <a:xfrm>
          <a:off x="0" y="0"/>
          <a:ext cx="0" cy="0"/>
          <a:chOff x="0" y="0"/>
          <a:chExt cx="0" cy="0"/>
        </a:xfrm>
      </p:grpSpPr>
      <p:sp>
        <p:nvSpPr>
          <p:cNvPr id="220" name="Google Shape;220;p63"/>
          <p:cNvSpPr>
            <a:spLocks noGrp="1"/>
          </p:cNvSpPr>
          <p:nvPr>
            <p:ph type="pic" idx="2"/>
          </p:nvPr>
        </p:nvSpPr>
        <p:spPr>
          <a:xfrm>
            <a:off x="4571952" y="0"/>
            <a:ext cx="4572000" cy="25719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2_Full_Image_Top_Taller">
  <p:cSld name="2_Full_Image_Top_Taller">
    <p:spTree>
      <p:nvGrpSpPr>
        <p:cNvPr id="1" name="Shape 222"/>
        <p:cNvGrpSpPr/>
        <p:nvPr/>
      </p:nvGrpSpPr>
      <p:grpSpPr>
        <a:xfrm>
          <a:off x="0" y="0"/>
          <a:ext cx="0" cy="0"/>
          <a:chOff x="0" y="0"/>
          <a:chExt cx="0" cy="0"/>
        </a:xfrm>
      </p:grpSpPr>
      <p:sp>
        <p:nvSpPr>
          <p:cNvPr id="223" name="Google Shape;223;p65"/>
          <p:cNvSpPr>
            <a:spLocks noGrp="1"/>
          </p:cNvSpPr>
          <p:nvPr>
            <p:ph type="pic" idx="2"/>
          </p:nvPr>
        </p:nvSpPr>
        <p:spPr>
          <a:xfrm>
            <a:off x="0" y="0"/>
            <a:ext cx="9144000" cy="30861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2_Quote">
  <p:cSld name="2_Quote">
    <p:spTree>
      <p:nvGrpSpPr>
        <p:cNvPr id="1" name="Shape 224"/>
        <p:cNvGrpSpPr/>
        <p:nvPr/>
      </p:nvGrpSpPr>
      <p:grpSpPr>
        <a:xfrm>
          <a:off x="0" y="0"/>
          <a:ext cx="0" cy="0"/>
          <a:chOff x="0" y="0"/>
          <a:chExt cx="0" cy="0"/>
        </a:xfrm>
      </p:grpSpPr>
      <p:sp>
        <p:nvSpPr>
          <p:cNvPr id="225" name="Google Shape;225;p66"/>
          <p:cNvSpPr>
            <a:spLocks noGrp="1"/>
          </p:cNvSpPr>
          <p:nvPr>
            <p:ph type="pic" idx="2"/>
          </p:nvPr>
        </p:nvSpPr>
        <p:spPr>
          <a:xfrm>
            <a:off x="4571952" y="0"/>
            <a:ext cx="4572000" cy="2571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ext layout 15 - large headline 2 column">
  <p:cSld name="Text layout 15 - large headline 2 column">
    <p:bg>
      <p:bgPr>
        <a:solidFill>
          <a:srgbClr val="FFF8DF"/>
        </a:solidFill>
        <a:effectLst/>
      </p:bgPr>
    </p:bg>
    <p:spTree>
      <p:nvGrpSpPr>
        <p:cNvPr id="1" name="Shape 230"/>
        <p:cNvGrpSpPr/>
        <p:nvPr/>
      </p:nvGrpSpPr>
      <p:grpSpPr>
        <a:xfrm>
          <a:off x="0" y="0"/>
          <a:ext cx="0" cy="0"/>
          <a:chOff x="0" y="0"/>
          <a:chExt cx="0" cy="0"/>
        </a:xfrm>
      </p:grpSpPr>
      <p:sp>
        <p:nvSpPr>
          <p:cNvPr id="231" name="Google Shape;231;p68"/>
          <p:cNvSpPr txBox="1">
            <a:spLocks noGrp="1"/>
          </p:cNvSpPr>
          <p:nvPr>
            <p:ph type="title"/>
          </p:nvPr>
        </p:nvSpPr>
        <p:spPr>
          <a:xfrm>
            <a:off x="368850" y="601320"/>
            <a:ext cx="8324400" cy="1175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3999"/>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2" name="Google Shape;232;p68"/>
          <p:cNvSpPr txBox="1">
            <a:spLocks noGrp="1"/>
          </p:cNvSpPr>
          <p:nvPr>
            <p:ph type="body" idx="1"/>
          </p:nvPr>
        </p:nvSpPr>
        <p:spPr>
          <a:xfrm>
            <a:off x="301615" y="2160898"/>
            <a:ext cx="3994200" cy="2273100"/>
          </a:xfrm>
          <a:prstGeom prst="rect">
            <a:avLst/>
          </a:prstGeom>
          <a:noFill/>
          <a:ln>
            <a:noFill/>
          </a:ln>
        </p:spPr>
        <p:txBody>
          <a:bodyPr spcFirstLastPara="1" wrap="square" lIns="91425" tIns="45700" rIns="91425" bIns="45700" anchor="t" anchorCtr="0">
            <a:noAutofit/>
          </a:bodyPr>
          <a:lstStyle>
            <a:lvl1pPr marL="457200" lvl="0" indent="-247650" algn="l">
              <a:lnSpc>
                <a:spcPct val="114000"/>
              </a:lnSpc>
              <a:spcBef>
                <a:spcPts val="1200"/>
              </a:spcBef>
              <a:spcAft>
                <a:spcPts val="0"/>
              </a:spcAft>
              <a:buSzPts val="300"/>
              <a:buFont typeface="Poppins Light"/>
              <a:buChar char="•"/>
              <a:defRPr sz="1200" b="0" i="0" u="none" strike="noStrike" cap="none">
                <a:solidFill>
                  <a:schemeClr val="dk1"/>
                </a:solidFill>
                <a:latin typeface="Poppins Light"/>
                <a:ea typeface="Poppins Light"/>
                <a:cs typeface="Poppins Light"/>
                <a:sym typeface="Poppins Light"/>
              </a:defRPr>
            </a:lvl1pPr>
            <a:lvl2pPr marL="914400" lvl="1" indent="-317500" algn="l">
              <a:lnSpc>
                <a:spcPct val="100000"/>
              </a:lnSpc>
              <a:spcBef>
                <a:spcPts val="300"/>
              </a:spcBef>
              <a:spcAft>
                <a:spcPts val="0"/>
              </a:spcAft>
              <a:buSzPts val="1400"/>
              <a:buFont typeface="Poppins Light"/>
              <a:buChar char="•"/>
              <a:defRPr/>
            </a:lvl2pPr>
            <a:lvl3pPr marL="1371600" lvl="2" indent="-317500" algn="l">
              <a:lnSpc>
                <a:spcPct val="100000"/>
              </a:lnSpc>
              <a:spcBef>
                <a:spcPts val="0"/>
              </a:spcBef>
              <a:spcAft>
                <a:spcPts val="0"/>
              </a:spcAft>
              <a:buSzPts val="1400"/>
              <a:buFont typeface="Poppins Light"/>
              <a:buChar char="•"/>
              <a:defRPr/>
            </a:lvl3pPr>
            <a:lvl4pPr marL="1828800" lvl="3" indent="-317500" algn="l">
              <a:lnSpc>
                <a:spcPct val="100000"/>
              </a:lnSpc>
              <a:spcBef>
                <a:spcPts val="0"/>
              </a:spcBef>
              <a:spcAft>
                <a:spcPts val="0"/>
              </a:spcAft>
              <a:buSzPts val="1400"/>
              <a:buFont typeface="Poppins Light"/>
              <a:buChar char="•"/>
              <a:defRPr/>
            </a:lvl4pPr>
            <a:lvl5pPr marL="2286000" lvl="4" indent="-317500" algn="l">
              <a:lnSpc>
                <a:spcPct val="100000"/>
              </a:lnSpc>
              <a:spcBef>
                <a:spcPts val="0"/>
              </a:spcBef>
              <a:spcAft>
                <a:spcPts val="0"/>
              </a:spcAft>
              <a:buSzPts val="1400"/>
              <a:buFont typeface="Poppins Light"/>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3" name="Google Shape;233;p68"/>
          <p:cNvSpPr txBox="1">
            <a:spLocks noGrp="1"/>
          </p:cNvSpPr>
          <p:nvPr>
            <p:ph type="body" idx="2"/>
          </p:nvPr>
        </p:nvSpPr>
        <p:spPr>
          <a:xfrm>
            <a:off x="4572000" y="2160898"/>
            <a:ext cx="4137300" cy="2273100"/>
          </a:xfrm>
          <a:prstGeom prst="rect">
            <a:avLst/>
          </a:prstGeom>
          <a:noFill/>
          <a:ln>
            <a:noFill/>
          </a:ln>
        </p:spPr>
        <p:txBody>
          <a:bodyPr spcFirstLastPara="1" wrap="square" lIns="91425" tIns="45700" rIns="91425" bIns="45700" anchor="t" anchorCtr="0">
            <a:noAutofit/>
          </a:bodyPr>
          <a:lstStyle>
            <a:lvl1pPr marL="457200" lvl="0" indent="-247650" algn="l">
              <a:lnSpc>
                <a:spcPct val="114000"/>
              </a:lnSpc>
              <a:spcBef>
                <a:spcPts val="1200"/>
              </a:spcBef>
              <a:spcAft>
                <a:spcPts val="0"/>
              </a:spcAft>
              <a:buSzPts val="300"/>
              <a:buFont typeface="Poppins Light"/>
              <a:buChar char="•"/>
              <a:defRPr sz="1200" b="0" i="0" u="none" strike="noStrike" cap="none">
                <a:solidFill>
                  <a:schemeClr val="dk1"/>
                </a:solidFill>
                <a:latin typeface="Poppins Light"/>
                <a:ea typeface="Poppins Light"/>
                <a:cs typeface="Poppins Light"/>
                <a:sym typeface="Poppins Light"/>
              </a:defRPr>
            </a:lvl1pPr>
            <a:lvl2pPr marL="914400" lvl="1" indent="-317500" algn="l">
              <a:lnSpc>
                <a:spcPct val="100000"/>
              </a:lnSpc>
              <a:spcBef>
                <a:spcPts val="300"/>
              </a:spcBef>
              <a:spcAft>
                <a:spcPts val="0"/>
              </a:spcAft>
              <a:buSzPts val="1400"/>
              <a:buFont typeface="Poppins Light"/>
              <a:buChar char="•"/>
              <a:defRPr/>
            </a:lvl2pPr>
            <a:lvl3pPr marL="1371600" lvl="2" indent="-317500" algn="l">
              <a:lnSpc>
                <a:spcPct val="100000"/>
              </a:lnSpc>
              <a:spcBef>
                <a:spcPts val="0"/>
              </a:spcBef>
              <a:spcAft>
                <a:spcPts val="0"/>
              </a:spcAft>
              <a:buSzPts val="1400"/>
              <a:buFont typeface="Poppins Light"/>
              <a:buChar char="•"/>
              <a:defRPr/>
            </a:lvl3pPr>
            <a:lvl4pPr marL="1828800" lvl="3" indent="-317500" algn="l">
              <a:lnSpc>
                <a:spcPct val="100000"/>
              </a:lnSpc>
              <a:spcBef>
                <a:spcPts val="0"/>
              </a:spcBef>
              <a:spcAft>
                <a:spcPts val="0"/>
              </a:spcAft>
              <a:buSzPts val="1400"/>
              <a:buFont typeface="Poppins Light"/>
              <a:buChar char="•"/>
              <a:defRPr/>
            </a:lvl4pPr>
            <a:lvl5pPr marL="2286000" lvl="4" indent="-317500" algn="l">
              <a:lnSpc>
                <a:spcPct val="100000"/>
              </a:lnSpc>
              <a:spcBef>
                <a:spcPts val="0"/>
              </a:spcBef>
              <a:spcAft>
                <a:spcPts val="0"/>
              </a:spcAft>
              <a:buSzPts val="1400"/>
              <a:buFont typeface="Poppins Light"/>
              <a:buChar char="•"/>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34" name="Google Shape;234;p68"/>
          <p:cNvSpPr txBox="1">
            <a:spLocks noGrp="1"/>
          </p:cNvSpPr>
          <p:nvPr>
            <p:ph type="sldNum" idx="12"/>
          </p:nvPr>
        </p:nvSpPr>
        <p:spPr>
          <a:xfrm>
            <a:off x="8213079" y="4905446"/>
            <a:ext cx="548700" cy="148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600"/>
              <a:buFont typeface="Arial"/>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608">
          <p15:clr>
            <a:srgbClr val="FBAE40"/>
          </p15:clr>
        </p15:guide>
        <p15:guide id="2" orient="horz" pos="3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35"/>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Right_Image">
  <p:cSld name="Right_Image">
    <p:spTree>
      <p:nvGrpSpPr>
        <p:cNvPr id="1" name="Shape 236"/>
        <p:cNvGrpSpPr/>
        <p:nvPr/>
      </p:nvGrpSpPr>
      <p:grpSpPr>
        <a:xfrm>
          <a:off x="0" y="0"/>
          <a:ext cx="0" cy="0"/>
          <a:chOff x="0" y="0"/>
          <a:chExt cx="0" cy="0"/>
        </a:xfrm>
      </p:grpSpPr>
      <p:sp>
        <p:nvSpPr>
          <p:cNvPr id="237" name="Google Shape;237;p70"/>
          <p:cNvSpPr>
            <a:spLocks noGrp="1"/>
          </p:cNvSpPr>
          <p:nvPr>
            <p:ph type="pic" idx="2"/>
          </p:nvPr>
        </p:nvSpPr>
        <p:spPr>
          <a:xfrm>
            <a:off x="4568021" y="0"/>
            <a:ext cx="4575979" cy="51435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Right_Image_Quarter">
  <p:cSld name="Right_Image_Quarter">
    <p:spTree>
      <p:nvGrpSpPr>
        <p:cNvPr id="1" name="Shape 238"/>
        <p:cNvGrpSpPr/>
        <p:nvPr/>
      </p:nvGrpSpPr>
      <p:grpSpPr>
        <a:xfrm>
          <a:off x="0" y="0"/>
          <a:ext cx="0" cy="0"/>
          <a:chOff x="0" y="0"/>
          <a:chExt cx="0" cy="0"/>
        </a:xfrm>
      </p:grpSpPr>
      <p:sp>
        <p:nvSpPr>
          <p:cNvPr id="239" name="Google Shape;239;p71"/>
          <p:cNvSpPr>
            <a:spLocks noGrp="1"/>
          </p:cNvSpPr>
          <p:nvPr>
            <p:ph type="pic" idx="2"/>
          </p:nvPr>
        </p:nvSpPr>
        <p:spPr>
          <a:xfrm>
            <a:off x="7086064" y="0"/>
            <a:ext cx="2057936" cy="51435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Left_Image">
  <p:cSld name="Left_Image">
    <p:spTree>
      <p:nvGrpSpPr>
        <p:cNvPr id="1" name="Shape 240"/>
        <p:cNvGrpSpPr/>
        <p:nvPr/>
      </p:nvGrpSpPr>
      <p:grpSpPr>
        <a:xfrm>
          <a:off x="0" y="0"/>
          <a:ext cx="0" cy="0"/>
          <a:chOff x="0" y="0"/>
          <a:chExt cx="0" cy="0"/>
        </a:xfrm>
      </p:grpSpPr>
      <p:sp>
        <p:nvSpPr>
          <p:cNvPr id="241" name="Google Shape;241;p72"/>
          <p:cNvSpPr>
            <a:spLocks noGrp="1"/>
          </p:cNvSpPr>
          <p:nvPr>
            <p:ph type="pic" idx="2"/>
          </p:nvPr>
        </p:nvSpPr>
        <p:spPr>
          <a:xfrm>
            <a:off x="0" y="0"/>
            <a:ext cx="4572000" cy="51435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242"/>
        <p:cNvGrpSpPr/>
        <p:nvPr/>
      </p:nvGrpSpPr>
      <p:grpSpPr>
        <a:xfrm>
          <a:off x="0" y="0"/>
          <a:ext cx="0" cy="0"/>
          <a:chOff x="0" y="0"/>
          <a:chExt cx="0" cy="0"/>
        </a:xfrm>
      </p:grpSpPr>
      <p:sp>
        <p:nvSpPr>
          <p:cNvPr id="243" name="Google Shape;243;p73"/>
          <p:cNvSpPr>
            <a:spLocks noGrp="1"/>
          </p:cNvSpPr>
          <p:nvPr>
            <p:ph type="pic" idx="2"/>
          </p:nvPr>
        </p:nvSpPr>
        <p:spPr>
          <a:xfrm>
            <a:off x="0" y="735806"/>
            <a:ext cx="9144000" cy="2526507"/>
          </a:xfrm>
          <a:prstGeom prst="rect">
            <a:avLst/>
          </a:prstGeom>
          <a:solidFill>
            <a:srgbClr val="F2F2F2"/>
          </a:solid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Full_Image_Top_Three_Squares">
  <p:cSld name="Full_Image_Top_Three_Squares">
    <p:spTree>
      <p:nvGrpSpPr>
        <p:cNvPr id="1" name="Shape 244"/>
        <p:cNvGrpSpPr/>
        <p:nvPr/>
      </p:nvGrpSpPr>
      <p:grpSpPr>
        <a:xfrm>
          <a:off x="0" y="0"/>
          <a:ext cx="0" cy="0"/>
          <a:chOff x="0" y="0"/>
          <a:chExt cx="0" cy="0"/>
        </a:xfrm>
      </p:grpSpPr>
      <p:sp>
        <p:nvSpPr>
          <p:cNvPr id="245" name="Google Shape;245;p74"/>
          <p:cNvSpPr>
            <a:spLocks noGrp="1"/>
          </p:cNvSpPr>
          <p:nvPr>
            <p:ph type="pic" idx="2"/>
          </p:nvPr>
        </p:nvSpPr>
        <p:spPr>
          <a:xfrm>
            <a:off x="0" y="-1"/>
            <a:ext cx="9144095" cy="2400300"/>
          </a:xfrm>
          <a:prstGeom prst="rect">
            <a:avLst/>
          </a:prstGeom>
          <a:noFill/>
          <a:ln>
            <a:noFill/>
          </a:ln>
        </p:spPr>
      </p:sp>
      <p:sp>
        <p:nvSpPr>
          <p:cNvPr id="246" name="Google Shape;246;p74"/>
          <p:cNvSpPr>
            <a:spLocks noGrp="1"/>
          </p:cNvSpPr>
          <p:nvPr>
            <p:ph type="pic" idx="3"/>
          </p:nvPr>
        </p:nvSpPr>
        <p:spPr>
          <a:xfrm>
            <a:off x="1037271" y="857250"/>
            <a:ext cx="2230090" cy="2571750"/>
          </a:xfrm>
          <a:prstGeom prst="rect">
            <a:avLst/>
          </a:prstGeom>
          <a:noFill/>
          <a:ln>
            <a:noFill/>
          </a:ln>
        </p:spPr>
      </p:sp>
      <p:sp>
        <p:nvSpPr>
          <p:cNvPr id="247" name="Google Shape;247;p74"/>
          <p:cNvSpPr>
            <a:spLocks noGrp="1"/>
          </p:cNvSpPr>
          <p:nvPr>
            <p:ph type="pic" idx="4"/>
          </p:nvPr>
        </p:nvSpPr>
        <p:spPr>
          <a:xfrm>
            <a:off x="5890570" y="857250"/>
            <a:ext cx="2230090" cy="2571750"/>
          </a:xfrm>
          <a:prstGeom prst="rect">
            <a:avLst/>
          </a:prstGeom>
          <a:noFill/>
          <a:ln>
            <a:noFill/>
          </a:ln>
        </p:spPr>
      </p:sp>
      <p:sp>
        <p:nvSpPr>
          <p:cNvPr id="248" name="Google Shape;248;p74"/>
          <p:cNvSpPr>
            <a:spLocks noGrp="1"/>
          </p:cNvSpPr>
          <p:nvPr>
            <p:ph type="pic" idx="5"/>
          </p:nvPr>
        </p:nvSpPr>
        <p:spPr>
          <a:xfrm>
            <a:off x="3463920" y="857250"/>
            <a:ext cx="2230090" cy="2571750"/>
          </a:xfrm>
          <a:prstGeom prst="rect">
            <a:avLst/>
          </a:prstGeom>
          <a:no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eam_Ten">
  <p:cSld name="Team_Ten">
    <p:spTree>
      <p:nvGrpSpPr>
        <p:cNvPr id="1" name="Shape 249"/>
        <p:cNvGrpSpPr/>
        <p:nvPr/>
      </p:nvGrpSpPr>
      <p:grpSpPr>
        <a:xfrm>
          <a:off x="0" y="0"/>
          <a:ext cx="0" cy="0"/>
          <a:chOff x="0" y="0"/>
          <a:chExt cx="0" cy="0"/>
        </a:xfrm>
      </p:grpSpPr>
      <p:sp>
        <p:nvSpPr>
          <p:cNvPr id="250" name="Google Shape;250;p75"/>
          <p:cNvSpPr>
            <a:spLocks noGrp="1"/>
          </p:cNvSpPr>
          <p:nvPr>
            <p:ph type="pic" idx="2"/>
          </p:nvPr>
        </p:nvSpPr>
        <p:spPr>
          <a:xfrm>
            <a:off x="1823707" y="1882007"/>
            <a:ext cx="1823707" cy="1630628"/>
          </a:xfrm>
          <a:prstGeom prst="rect">
            <a:avLst/>
          </a:prstGeom>
          <a:noFill/>
          <a:ln>
            <a:noFill/>
          </a:ln>
        </p:spPr>
      </p:sp>
      <p:sp>
        <p:nvSpPr>
          <p:cNvPr id="251" name="Google Shape;251;p75"/>
          <p:cNvSpPr>
            <a:spLocks noGrp="1"/>
          </p:cNvSpPr>
          <p:nvPr>
            <p:ph type="pic" idx="3"/>
          </p:nvPr>
        </p:nvSpPr>
        <p:spPr>
          <a:xfrm>
            <a:off x="0" y="1882007"/>
            <a:ext cx="1823707" cy="1630628"/>
          </a:xfrm>
          <a:prstGeom prst="rect">
            <a:avLst/>
          </a:prstGeom>
          <a:noFill/>
          <a:ln>
            <a:noFill/>
          </a:ln>
        </p:spPr>
      </p:sp>
      <p:sp>
        <p:nvSpPr>
          <p:cNvPr id="252" name="Google Shape;252;p75"/>
          <p:cNvSpPr>
            <a:spLocks noGrp="1"/>
          </p:cNvSpPr>
          <p:nvPr>
            <p:ph type="pic" idx="4"/>
          </p:nvPr>
        </p:nvSpPr>
        <p:spPr>
          <a:xfrm>
            <a:off x="7294797" y="1882007"/>
            <a:ext cx="1849203" cy="1630628"/>
          </a:xfrm>
          <a:prstGeom prst="rect">
            <a:avLst/>
          </a:prstGeom>
          <a:noFill/>
          <a:ln>
            <a:noFill/>
          </a:ln>
        </p:spPr>
      </p:sp>
      <p:sp>
        <p:nvSpPr>
          <p:cNvPr id="253" name="Google Shape;253;p75"/>
          <p:cNvSpPr>
            <a:spLocks noGrp="1"/>
          </p:cNvSpPr>
          <p:nvPr>
            <p:ph type="pic" idx="5"/>
          </p:nvPr>
        </p:nvSpPr>
        <p:spPr>
          <a:xfrm>
            <a:off x="3647415" y="1882007"/>
            <a:ext cx="1823707" cy="1630628"/>
          </a:xfrm>
          <a:prstGeom prst="rect">
            <a:avLst/>
          </a:prstGeom>
          <a:noFill/>
          <a:ln>
            <a:noFill/>
          </a:ln>
        </p:spPr>
      </p:sp>
      <p:sp>
        <p:nvSpPr>
          <p:cNvPr id="254" name="Google Shape;254;p75"/>
          <p:cNvSpPr>
            <a:spLocks noGrp="1"/>
          </p:cNvSpPr>
          <p:nvPr>
            <p:ph type="pic" idx="6"/>
          </p:nvPr>
        </p:nvSpPr>
        <p:spPr>
          <a:xfrm>
            <a:off x="5471106" y="1882007"/>
            <a:ext cx="1823707" cy="1630628"/>
          </a:xfrm>
          <a:prstGeom prst="rect">
            <a:avLst/>
          </a:prstGeom>
          <a:noFill/>
          <a:ln>
            <a:noFill/>
          </a:ln>
        </p:spPr>
      </p:sp>
      <p:sp>
        <p:nvSpPr>
          <p:cNvPr id="255" name="Google Shape;255;p75"/>
          <p:cNvSpPr>
            <a:spLocks noGrp="1"/>
          </p:cNvSpPr>
          <p:nvPr>
            <p:ph type="pic" idx="7"/>
          </p:nvPr>
        </p:nvSpPr>
        <p:spPr>
          <a:xfrm>
            <a:off x="1823707" y="3512872"/>
            <a:ext cx="1823707" cy="1630628"/>
          </a:xfrm>
          <a:prstGeom prst="rect">
            <a:avLst/>
          </a:prstGeom>
          <a:noFill/>
          <a:ln>
            <a:noFill/>
          </a:ln>
        </p:spPr>
      </p:sp>
      <p:sp>
        <p:nvSpPr>
          <p:cNvPr id="256" name="Google Shape;256;p75"/>
          <p:cNvSpPr>
            <a:spLocks noGrp="1"/>
          </p:cNvSpPr>
          <p:nvPr>
            <p:ph type="pic" idx="8"/>
          </p:nvPr>
        </p:nvSpPr>
        <p:spPr>
          <a:xfrm>
            <a:off x="0" y="3512872"/>
            <a:ext cx="1823707" cy="1630628"/>
          </a:xfrm>
          <a:prstGeom prst="rect">
            <a:avLst/>
          </a:prstGeom>
          <a:noFill/>
          <a:ln>
            <a:noFill/>
          </a:ln>
        </p:spPr>
      </p:sp>
      <p:sp>
        <p:nvSpPr>
          <p:cNvPr id="257" name="Google Shape;257;p75"/>
          <p:cNvSpPr>
            <a:spLocks noGrp="1"/>
          </p:cNvSpPr>
          <p:nvPr>
            <p:ph type="pic" idx="9"/>
          </p:nvPr>
        </p:nvSpPr>
        <p:spPr>
          <a:xfrm>
            <a:off x="7294797" y="3512872"/>
            <a:ext cx="1849203" cy="1630628"/>
          </a:xfrm>
          <a:prstGeom prst="rect">
            <a:avLst/>
          </a:prstGeom>
          <a:noFill/>
          <a:ln>
            <a:noFill/>
          </a:ln>
        </p:spPr>
      </p:sp>
      <p:sp>
        <p:nvSpPr>
          <p:cNvPr id="258" name="Google Shape;258;p75"/>
          <p:cNvSpPr>
            <a:spLocks noGrp="1"/>
          </p:cNvSpPr>
          <p:nvPr>
            <p:ph type="pic" idx="13"/>
          </p:nvPr>
        </p:nvSpPr>
        <p:spPr>
          <a:xfrm>
            <a:off x="3647415" y="3512872"/>
            <a:ext cx="1823707" cy="1630628"/>
          </a:xfrm>
          <a:prstGeom prst="rect">
            <a:avLst/>
          </a:prstGeom>
          <a:noFill/>
          <a:ln>
            <a:noFill/>
          </a:ln>
        </p:spPr>
      </p:sp>
      <p:sp>
        <p:nvSpPr>
          <p:cNvPr id="259" name="Google Shape;259;p75"/>
          <p:cNvSpPr>
            <a:spLocks noGrp="1"/>
          </p:cNvSpPr>
          <p:nvPr>
            <p:ph type="pic" idx="14"/>
          </p:nvPr>
        </p:nvSpPr>
        <p:spPr>
          <a:xfrm>
            <a:off x="5471106" y="3512872"/>
            <a:ext cx="1823707" cy="1630628"/>
          </a:xfrm>
          <a:prstGeom prst="rect">
            <a:avLst/>
          </a:prstGeom>
          <a:no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eam_Three">
  <p:cSld name="Team_Three">
    <p:spTree>
      <p:nvGrpSpPr>
        <p:cNvPr id="1" name="Shape 260"/>
        <p:cNvGrpSpPr/>
        <p:nvPr/>
      </p:nvGrpSpPr>
      <p:grpSpPr>
        <a:xfrm>
          <a:off x="0" y="0"/>
          <a:ext cx="0" cy="0"/>
          <a:chOff x="0" y="0"/>
          <a:chExt cx="0" cy="0"/>
        </a:xfrm>
      </p:grpSpPr>
      <p:sp>
        <p:nvSpPr>
          <p:cNvPr id="261" name="Google Shape;261;p76"/>
          <p:cNvSpPr>
            <a:spLocks noGrp="1"/>
          </p:cNvSpPr>
          <p:nvPr>
            <p:ph type="pic" idx="2"/>
          </p:nvPr>
        </p:nvSpPr>
        <p:spPr>
          <a:xfrm>
            <a:off x="1037271" y="1141902"/>
            <a:ext cx="2230090" cy="2312816"/>
          </a:xfrm>
          <a:prstGeom prst="rect">
            <a:avLst/>
          </a:prstGeom>
          <a:noFill/>
          <a:ln>
            <a:noFill/>
          </a:ln>
        </p:spPr>
      </p:sp>
      <p:sp>
        <p:nvSpPr>
          <p:cNvPr id="262" name="Google Shape;262;p76"/>
          <p:cNvSpPr>
            <a:spLocks noGrp="1"/>
          </p:cNvSpPr>
          <p:nvPr>
            <p:ph type="pic" idx="3"/>
          </p:nvPr>
        </p:nvSpPr>
        <p:spPr>
          <a:xfrm>
            <a:off x="5890570" y="1141902"/>
            <a:ext cx="2230090" cy="2312816"/>
          </a:xfrm>
          <a:prstGeom prst="rect">
            <a:avLst/>
          </a:prstGeom>
          <a:noFill/>
          <a:ln>
            <a:noFill/>
          </a:ln>
        </p:spPr>
      </p:sp>
      <p:sp>
        <p:nvSpPr>
          <p:cNvPr id="263" name="Google Shape;263;p76"/>
          <p:cNvSpPr>
            <a:spLocks noGrp="1"/>
          </p:cNvSpPr>
          <p:nvPr>
            <p:ph type="pic" idx="4"/>
          </p:nvPr>
        </p:nvSpPr>
        <p:spPr>
          <a:xfrm>
            <a:off x="3463920" y="1141902"/>
            <a:ext cx="2230090" cy="2312816"/>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Full_Image">
  <p:cSld name="Full_Image">
    <p:spTree>
      <p:nvGrpSpPr>
        <p:cNvPr id="1" name="Shape 264"/>
        <p:cNvGrpSpPr/>
        <p:nvPr/>
      </p:nvGrpSpPr>
      <p:grpSpPr>
        <a:xfrm>
          <a:off x="0" y="0"/>
          <a:ext cx="0" cy="0"/>
          <a:chOff x="0" y="0"/>
          <a:chExt cx="0" cy="0"/>
        </a:xfrm>
      </p:grpSpPr>
      <p:sp>
        <p:nvSpPr>
          <p:cNvPr id="265" name="Google Shape;265;p77"/>
          <p:cNvSpPr>
            <a:spLocks noGrp="1"/>
          </p:cNvSpPr>
          <p:nvPr>
            <p:ph type="pic" idx="2"/>
          </p:nvPr>
        </p:nvSpPr>
        <p:spPr>
          <a:xfrm>
            <a:off x="0" y="0"/>
            <a:ext cx="9144000" cy="51435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ingle_Image">
  <p:cSld name="Single_Image">
    <p:spTree>
      <p:nvGrpSpPr>
        <p:cNvPr id="1" name="Shape 266"/>
        <p:cNvGrpSpPr/>
        <p:nvPr/>
      </p:nvGrpSpPr>
      <p:grpSpPr>
        <a:xfrm>
          <a:off x="0" y="0"/>
          <a:ext cx="0" cy="0"/>
          <a:chOff x="0" y="0"/>
          <a:chExt cx="0" cy="0"/>
        </a:xfrm>
      </p:grpSpPr>
      <p:sp>
        <p:nvSpPr>
          <p:cNvPr id="267" name="Google Shape;267;p78"/>
          <p:cNvSpPr>
            <a:spLocks noGrp="1"/>
          </p:cNvSpPr>
          <p:nvPr>
            <p:ph type="pic" idx="2"/>
          </p:nvPr>
        </p:nvSpPr>
        <p:spPr>
          <a:xfrm>
            <a:off x="627623" y="1028700"/>
            <a:ext cx="7888755" cy="3600450"/>
          </a:xfrm>
          <a:prstGeom prst="rect">
            <a:avLst/>
          </a:prstGeom>
          <a:no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martphone_Mockup">
  <p:cSld name="Smartphone_Mockup">
    <p:spTree>
      <p:nvGrpSpPr>
        <p:cNvPr id="1" name="Shape 268"/>
        <p:cNvGrpSpPr/>
        <p:nvPr/>
      </p:nvGrpSpPr>
      <p:grpSpPr>
        <a:xfrm>
          <a:off x="0" y="0"/>
          <a:ext cx="0" cy="0"/>
          <a:chOff x="0" y="0"/>
          <a:chExt cx="0" cy="0"/>
        </a:xfrm>
      </p:grpSpPr>
      <p:sp>
        <p:nvSpPr>
          <p:cNvPr id="269" name="Google Shape;269;p79"/>
          <p:cNvSpPr>
            <a:spLocks noGrp="1"/>
          </p:cNvSpPr>
          <p:nvPr>
            <p:ph type="pic" idx="2"/>
          </p:nvPr>
        </p:nvSpPr>
        <p:spPr>
          <a:xfrm>
            <a:off x="1137665" y="1241425"/>
            <a:ext cx="1337202" cy="2330450"/>
          </a:xfrm>
          <a:prstGeom prst="rect">
            <a:avLst/>
          </a:prstGeom>
          <a:noFill/>
          <a:ln>
            <a:noFill/>
          </a:ln>
        </p:spPr>
      </p:sp>
      <p:sp>
        <p:nvSpPr>
          <p:cNvPr id="270" name="Google Shape;270;p79"/>
          <p:cNvSpPr>
            <a:spLocks noGrp="1"/>
          </p:cNvSpPr>
          <p:nvPr>
            <p:ph type="pic" idx="3"/>
          </p:nvPr>
        </p:nvSpPr>
        <p:spPr>
          <a:xfrm>
            <a:off x="3160186" y="1241425"/>
            <a:ext cx="1351489" cy="2330450"/>
          </a:xfrm>
          <a:prstGeom prst="rect">
            <a:avLst/>
          </a:prstGeom>
          <a:noFill/>
          <a:ln>
            <a:noFill/>
          </a:ln>
        </p:spPr>
      </p:sp>
      <p:sp>
        <p:nvSpPr>
          <p:cNvPr id="271" name="Google Shape;271;p79"/>
          <p:cNvSpPr>
            <a:spLocks noGrp="1"/>
          </p:cNvSpPr>
          <p:nvPr>
            <p:ph type="pic" idx="4"/>
          </p:nvPr>
        </p:nvSpPr>
        <p:spPr>
          <a:xfrm>
            <a:off x="2068706" y="1008485"/>
            <a:ext cx="1709544" cy="2956835"/>
          </a:xfrm>
          <a:prstGeom prst="rect">
            <a:avLst/>
          </a:prstGeom>
          <a:noFill/>
          <a:ln>
            <a:noFill/>
          </a:ln>
        </p:spPr>
      </p:sp>
      <p:sp>
        <p:nvSpPr>
          <p:cNvPr id="272" name="Google Shape;272;p79"/>
          <p:cNvSpPr txBox="1">
            <a:spLocks noGrp="1"/>
          </p:cNvSpPr>
          <p:nvPr>
            <p:ph type="body" idx="1"/>
          </p:nvPr>
        </p:nvSpPr>
        <p:spPr>
          <a:xfrm>
            <a:off x="4852987" y="1345300"/>
            <a:ext cx="3833813" cy="461665"/>
          </a:xfrm>
          <a:prstGeom prst="rect">
            <a:avLst/>
          </a:prstGeom>
          <a:noFill/>
          <a:ln>
            <a:noFill/>
          </a:ln>
        </p:spPr>
        <p:txBody>
          <a:bodyPr spcFirstLastPara="1" wrap="square" lIns="182825" tIns="91400" rIns="182825" bIns="91400" anchor="b"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Laptop_Mockup">
  <p:cSld name="Laptop_Mockup">
    <p:spTree>
      <p:nvGrpSpPr>
        <p:cNvPr id="1" name="Shape 273"/>
        <p:cNvGrpSpPr/>
        <p:nvPr/>
      </p:nvGrpSpPr>
      <p:grpSpPr>
        <a:xfrm>
          <a:off x="0" y="0"/>
          <a:ext cx="0" cy="0"/>
          <a:chOff x="0" y="0"/>
          <a:chExt cx="0" cy="0"/>
        </a:xfrm>
      </p:grpSpPr>
      <p:sp>
        <p:nvSpPr>
          <p:cNvPr id="274" name="Google Shape;274;p80"/>
          <p:cNvSpPr txBox="1">
            <a:spLocks noGrp="1"/>
          </p:cNvSpPr>
          <p:nvPr>
            <p:ph type="body" idx="1"/>
          </p:nvPr>
        </p:nvSpPr>
        <p:spPr>
          <a:xfrm>
            <a:off x="676565" y="1520033"/>
            <a:ext cx="3895434" cy="337016"/>
          </a:xfrm>
          <a:prstGeom prst="rect">
            <a:avLst/>
          </a:prstGeom>
          <a:noFill/>
          <a:ln>
            <a:noFill/>
          </a:ln>
        </p:spPr>
        <p:txBody>
          <a:bodyPr spcFirstLastPara="1" wrap="square" lIns="182825" tIns="91400" rIns="182825" bIns="91400" anchor="ctr"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75" name="Google Shape;275;p80"/>
          <p:cNvSpPr>
            <a:spLocks noGrp="1"/>
          </p:cNvSpPr>
          <p:nvPr>
            <p:ph type="pic" idx="2"/>
          </p:nvPr>
        </p:nvSpPr>
        <p:spPr>
          <a:xfrm>
            <a:off x="4924425" y="840641"/>
            <a:ext cx="4533900" cy="2975194"/>
          </a:xfrm>
          <a:prstGeom prst="rect">
            <a:avLst/>
          </a:prstGeom>
          <a:noFill/>
          <a:ln>
            <a:noFill/>
          </a:ln>
        </p:spPr>
      </p:sp>
    </p:spTree>
  </p:cSld>
  <p:clrMapOvr>
    <a:masterClrMapping/>
  </p:clrMapOvr>
  <p:transition spd="slow">
    <p:push/>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ablet_Mockup">
  <p:cSld name="Tablet_Mockup">
    <p:spTree>
      <p:nvGrpSpPr>
        <p:cNvPr id="1" name="Shape 276"/>
        <p:cNvGrpSpPr/>
        <p:nvPr/>
      </p:nvGrpSpPr>
      <p:grpSpPr>
        <a:xfrm>
          <a:off x="0" y="0"/>
          <a:ext cx="0" cy="0"/>
          <a:chOff x="0" y="0"/>
          <a:chExt cx="0" cy="0"/>
        </a:xfrm>
      </p:grpSpPr>
      <p:sp>
        <p:nvSpPr>
          <p:cNvPr id="277" name="Google Shape;277;p81"/>
          <p:cNvSpPr txBox="1">
            <a:spLocks noGrp="1"/>
          </p:cNvSpPr>
          <p:nvPr>
            <p:ph type="body" idx="1"/>
          </p:nvPr>
        </p:nvSpPr>
        <p:spPr>
          <a:xfrm>
            <a:off x="4571638" y="1204046"/>
            <a:ext cx="4115162" cy="337016"/>
          </a:xfrm>
          <a:prstGeom prst="rect">
            <a:avLst/>
          </a:prstGeom>
          <a:noFill/>
          <a:ln>
            <a:noFill/>
          </a:ln>
        </p:spPr>
        <p:txBody>
          <a:bodyPr spcFirstLastPara="1" wrap="square" lIns="182825" tIns="91400" rIns="182825" bIns="91400" anchor="b"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78" name="Google Shape;278;p81"/>
          <p:cNvSpPr>
            <a:spLocks noGrp="1"/>
          </p:cNvSpPr>
          <p:nvPr>
            <p:ph type="pic" idx="2"/>
          </p:nvPr>
        </p:nvSpPr>
        <p:spPr>
          <a:xfrm>
            <a:off x="-3992" y="847725"/>
            <a:ext cx="3549960" cy="3545682"/>
          </a:xfrm>
          <a:prstGeom prst="rect">
            <a:avLst/>
          </a:prstGeom>
          <a:noFill/>
          <a:ln>
            <a:noFill/>
          </a:ln>
        </p:spPr>
      </p:sp>
    </p:spTree>
  </p:cSld>
  <p:clrMapOvr>
    <a:masterClrMapping/>
  </p:clrMapOvr>
  <p:transition spd="slow">
    <p:push/>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Infographic_One_Third_Right">
  <p:cSld name="Infographic_One_Third_Right">
    <p:spTree>
      <p:nvGrpSpPr>
        <p:cNvPr id="1" name="Shape 279"/>
        <p:cNvGrpSpPr/>
        <p:nvPr/>
      </p:nvGrpSpPr>
      <p:grpSpPr>
        <a:xfrm>
          <a:off x="0" y="0"/>
          <a:ext cx="0" cy="0"/>
          <a:chOff x="0" y="0"/>
          <a:chExt cx="0" cy="0"/>
        </a:xfrm>
      </p:grpSpPr>
      <p:sp>
        <p:nvSpPr>
          <p:cNvPr id="280" name="Google Shape;280;p82"/>
          <p:cNvSpPr txBox="1">
            <a:spLocks noGrp="1"/>
          </p:cNvSpPr>
          <p:nvPr>
            <p:ph type="body" idx="1"/>
          </p:nvPr>
        </p:nvSpPr>
        <p:spPr>
          <a:xfrm>
            <a:off x="635508" y="530352"/>
            <a:ext cx="3936492" cy="337016"/>
          </a:xfrm>
          <a:prstGeom prst="rect">
            <a:avLst/>
          </a:prstGeom>
          <a:noFill/>
          <a:ln>
            <a:noFill/>
          </a:ln>
        </p:spPr>
        <p:txBody>
          <a:bodyPr spcFirstLastPara="1" wrap="square" lIns="182825" tIns="91400" rIns="182825" bIns="91400" anchor="b"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Infographic_Two_Thirds_Left">
  <p:cSld name="Infographic_Two_Thirds_Left">
    <p:spTree>
      <p:nvGrpSpPr>
        <p:cNvPr id="1" name="Shape 281"/>
        <p:cNvGrpSpPr/>
        <p:nvPr/>
      </p:nvGrpSpPr>
      <p:grpSpPr>
        <a:xfrm>
          <a:off x="0" y="0"/>
          <a:ext cx="0" cy="0"/>
          <a:chOff x="0" y="0"/>
          <a:chExt cx="0" cy="0"/>
        </a:xfrm>
      </p:grpSpPr>
      <p:sp>
        <p:nvSpPr>
          <p:cNvPr id="282" name="Google Shape;282;p83"/>
          <p:cNvSpPr txBox="1">
            <a:spLocks noGrp="1"/>
          </p:cNvSpPr>
          <p:nvPr>
            <p:ph type="body" idx="1"/>
          </p:nvPr>
        </p:nvSpPr>
        <p:spPr>
          <a:xfrm>
            <a:off x="6481015" y="544068"/>
            <a:ext cx="2205785" cy="675132"/>
          </a:xfrm>
          <a:prstGeom prst="rect">
            <a:avLst/>
          </a:prstGeom>
          <a:noFill/>
          <a:ln>
            <a:noFill/>
          </a:ln>
        </p:spPr>
        <p:txBody>
          <a:bodyPr spcFirstLastPara="1" wrap="square" lIns="182825" tIns="91400" rIns="182825" bIns="91400" anchor="t"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Infographic_Two_Thirds_Right">
  <p:cSld name="Infographic_Two_Thirds_Right">
    <p:spTree>
      <p:nvGrpSpPr>
        <p:cNvPr id="1" name="Shape 283"/>
        <p:cNvGrpSpPr/>
        <p:nvPr/>
      </p:nvGrpSpPr>
      <p:grpSpPr>
        <a:xfrm>
          <a:off x="0" y="0"/>
          <a:ext cx="0" cy="0"/>
          <a:chOff x="0" y="0"/>
          <a:chExt cx="0" cy="0"/>
        </a:xfrm>
      </p:grpSpPr>
      <p:sp>
        <p:nvSpPr>
          <p:cNvPr id="284" name="Google Shape;284;p84"/>
          <p:cNvSpPr txBox="1">
            <a:spLocks noGrp="1"/>
          </p:cNvSpPr>
          <p:nvPr>
            <p:ph type="body" idx="1"/>
          </p:nvPr>
        </p:nvSpPr>
        <p:spPr>
          <a:xfrm>
            <a:off x="644652" y="1376172"/>
            <a:ext cx="3927348" cy="626364"/>
          </a:xfrm>
          <a:prstGeom prst="rect">
            <a:avLst/>
          </a:prstGeom>
          <a:noFill/>
          <a:ln>
            <a:noFill/>
          </a:ln>
        </p:spPr>
        <p:txBody>
          <a:bodyPr spcFirstLastPara="1" wrap="square" lIns="182825" tIns="91400" rIns="182825" bIns="91400" anchor="b"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85" name="Google Shape;285;p84"/>
          <p:cNvSpPr txBox="1">
            <a:spLocks noGrp="1"/>
          </p:cNvSpPr>
          <p:nvPr>
            <p:ph type="body" idx="2"/>
          </p:nvPr>
        </p:nvSpPr>
        <p:spPr>
          <a:xfrm>
            <a:off x="697936" y="2343863"/>
            <a:ext cx="3874064" cy="227887"/>
          </a:xfrm>
          <a:prstGeom prst="rect">
            <a:avLst/>
          </a:prstGeom>
          <a:noFill/>
          <a:ln>
            <a:noFill/>
          </a:ln>
        </p:spPr>
        <p:txBody>
          <a:bodyPr spcFirstLastPara="1" wrap="square" lIns="182825" tIns="91400" rIns="182825" bIns="91400" anchor="t" anchorCtr="0">
            <a:noAutofit/>
          </a:bodyPr>
          <a:lstStyle>
            <a:lvl1pPr marL="457200" lvl="0" indent="-228600" algn="l">
              <a:lnSpc>
                <a:spcPct val="90000"/>
              </a:lnSpc>
              <a:spcBef>
                <a:spcPts val="750"/>
              </a:spcBef>
              <a:spcAft>
                <a:spcPts val="0"/>
              </a:spcAft>
              <a:buClr>
                <a:schemeClr val="dk1"/>
              </a:buClr>
              <a:buSzPts val="2533"/>
              <a:buNone/>
              <a:defRPr sz="95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Infographic_Half_Right">
  <p:cSld name="Infographic_Half_Right">
    <p:spTree>
      <p:nvGrpSpPr>
        <p:cNvPr id="1" name="Shape 286"/>
        <p:cNvGrpSpPr/>
        <p:nvPr/>
      </p:nvGrpSpPr>
      <p:grpSpPr>
        <a:xfrm>
          <a:off x="0" y="0"/>
          <a:ext cx="0" cy="0"/>
          <a:chOff x="0" y="0"/>
          <a:chExt cx="0" cy="0"/>
        </a:xfrm>
      </p:grpSpPr>
      <p:sp>
        <p:nvSpPr>
          <p:cNvPr id="287" name="Google Shape;287;p85"/>
          <p:cNvSpPr txBox="1">
            <a:spLocks noGrp="1"/>
          </p:cNvSpPr>
          <p:nvPr>
            <p:ph type="body" idx="1"/>
          </p:nvPr>
        </p:nvSpPr>
        <p:spPr>
          <a:xfrm>
            <a:off x="644652" y="1469945"/>
            <a:ext cx="3927348" cy="626364"/>
          </a:xfrm>
          <a:prstGeom prst="rect">
            <a:avLst/>
          </a:prstGeom>
          <a:noFill/>
          <a:ln>
            <a:noFill/>
          </a:ln>
        </p:spPr>
        <p:txBody>
          <a:bodyPr spcFirstLastPara="1" wrap="square" lIns="182825" tIns="91400" rIns="182825" bIns="91400" anchor="b" anchorCtr="0">
            <a:noAutofit/>
          </a:bodyPr>
          <a:lstStyle>
            <a:lvl1pPr marL="457200" lvl="0" indent="-228600" algn="l">
              <a:lnSpc>
                <a:spcPct val="90000"/>
              </a:lnSpc>
              <a:spcBef>
                <a:spcPts val="750"/>
              </a:spcBef>
              <a:spcAft>
                <a:spcPts val="0"/>
              </a:spcAft>
              <a:buClr>
                <a:schemeClr val="dk1"/>
              </a:buClr>
              <a:buSzPts val="5599"/>
              <a:buNone/>
              <a:defRPr sz="2100" b="1" i="0">
                <a:solidFill>
                  <a:schemeClr val="dk1"/>
                </a:solidFill>
                <a:latin typeface="Arial"/>
                <a:ea typeface="Arial"/>
                <a:cs typeface="Arial"/>
                <a:sym typeface="Arial"/>
              </a:defRPr>
            </a:lvl1pPr>
            <a:lvl2pPr marL="914400" lvl="1" indent="-342900" algn="l">
              <a:lnSpc>
                <a:spcPct val="90000"/>
              </a:lnSpc>
              <a:spcBef>
                <a:spcPts val="375"/>
              </a:spcBef>
              <a:spcAft>
                <a:spcPts val="0"/>
              </a:spcAft>
              <a:buClr>
                <a:schemeClr val="dk2"/>
              </a:buClr>
              <a:buSzPts val="1800"/>
              <a:buChar char="•"/>
              <a:defRPr/>
            </a:lvl2pPr>
            <a:lvl3pPr marL="1371600" lvl="2" indent="-342900" algn="l">
              <a:lnSpc>
                <a:spcPct val="90000"/>
              </a:lnSpc>
              <a:spcBef>
                <a:spcPts val="375"/>
              </a:spcBef>
              <a:spcAft>
                <a:spcPts val="0"/>
              </a:spcAft>
              <a:buClr>
                <a:schemeClr val="dk2"/>
              </a:buClr>
              <a:buSzPts val="1800"/>
              <a:buChar char="•"/>
              <a:defRPr/>
            </a:lvl3pPr>
            <a:lvl4pPr marL="1828800" lvl="3" indent="-342900" algn="l">
              <a:lnSpc>
                <a:spcPct val="90000"/>
              </a:lnSpc>
              <a:spcBef>
                <a:spcPts val="375"/>
              </a:spcBef>
              <a:spcAft>
                <a:spcPts val="0"/>
              </a:spcAft>
              <a:buClr>
                <a:schemeClr val="dk2"/>
              </a:buClr>
              <a:buSzPts val="1800"/>
              <a:buChar char="•"/>
              <a:defRPr/>
            </a:lvl4pPr>
            <a:lvl5pPr marL="2286000" lvl="4" indent="-342900" algn="l">
              <a:lnSpc>
                <a:spcPct val="90000"/>
              </a:lnSpc>
              <a:spcBef>
                <a:spcPts val="375"/>
              </a:spcBef>
              <a:spcAft>
                <a:spcPts val="0"/>
              </a:spcAft>
              <a:buClr>
                <a:schemeClr val="dk2"/>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288"/>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396">
          <p15:clr>
            <a:srgbClr val="FBAE40"/>
          </p15:clr>
        </p15:guide>
        <p15:guide id="2" pos="5365">
          <p15:clr>
            <a:srgbClr val="FBAE40"/>
          </p15:clr>
        </p15:guide>
        <p15:guide id="3" orient="horz" pos="2970">
          <p15:clr>
            <a:srgbClr val="FBAE40"/>
          </p15:clr>
        </p15:guide>
        <p15:guide id="4" orient="horz" pos="189">
          <p15:clr>
            <a:srgbClr val="FBAE40"/>
          </p15:clr>
        </p15:guide>
        <p15:guide id="5" orient="horz" pos="864">
          <p15:clr>
            <a:srgbClr val="FBAE40"/>
          </p15:clr>
        </p15:guide>
        <p15:guide id="6" pos="828">
          <p15:clr>
            <a:srgbClr val="FBAE40"/>
          </p15:clr>
        </p15:guide>
        <p15:guide id="7" pos="493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Пустой" type="tx">
  <p:cSld name="TITLE_AND_BODY">
    <p:spTree>
      <p:nvGrpSpPr>
        <p:cNvPr id="1" name="Shape 289"/>
        <p:cNvGrpSpPr/>
        <p:nvPr/>
      </p:nvGrpSpPr>
      <p:grpSpPr>
        <a:xfrm>
          <a:off x="0" y="0"/>
          <a:ext cx="0" cy="0"/>
          <a:chOff x="0" y="0"/>
          <a:chExt cx="0" cy="0"/>
        </a:xfrm>
      </p:grpSpPr>
      <p:sp>
        <p:nvSpPr>
          <p:cNvPr id="290" name="Google Shape;290;p87"/>
          <p:cNvSpPr txBox="1">
            <a:spLocks noGrp="1"/>
          </p:cNvSpPr>
          <p:nvPr>
            <p:ph type="sldNum" idx="12"/>
          </p:nvPr>
        </p:nvSpPr>
        <p:spPr>
          <a:xfrm>
            <a:off x="0" y="0"/>
            <a:ext cx="1125293" cy="1125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350"/>
              <a:buFont typeface="Arial"/>
              <a:buNone/>
              <a:defRPr sz="135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Full_Image_Top">
  <p:cSld name="Full_Image_Top">
    <p:spTree>
      <p:nvGrpSpPr>
        <p:cNvPr id="1" name="Shape 291"/>
        <p:cNvGrpSpPr/>
        <p:nvPr/>
      </p:nvGrpSpPr>
      <p:grpSpPr>
        <a:xfrm>
          <a:off x="0" y="0"/>
          <a:ext cx="0" cy="0"/>
          <a:chOff x="0" y="0"/>
          <a:chExt cx="0" cy="0"/>
        </a:xfrm>
      </p:grpSpPr>
      <p:sp>
        <p:nvSpPr>
          <p:cNvPr id="292" name="Google Shape;292;p88"/>
          <p:cNvSpPr>
            <a:spLocks noGrp="1"/>
          </p:cNvSpPr>
          <p:nvPr>
            <p:ph type="pic" idx="2"/>
          </p:nvPr>
        </p:nvSpPr>
        <p:spPr>
          <a:xfrm>
            <a:off x="0" y="-1"/>
            <a:ext cx="9144095" cy="2400300"/>
          </a:xfrm>
          <a:prstGeom prst="rect">
            <a:avLst/>
          </a:prstGeom>
          <a:no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Full_Image_Top_Taller">
  <p:cSld name="Full_Image_Top_Taller">
    <p:spTree>
      <p:nvGrpSpPr>
        <p:cNvPr id="1" name="Shape 293"/>
        <p:cNvGrpSpPr/>
        <p:nvPr/>
      </p:nvGrpSpPr>
      <p:grpSpPr>
        <a:xfrm>
          <a:off x="0" y="0"/>
          <a:ext cx="0" cy="0"/>
          <a:chOff x="0" y="0"/>
          <a:chExt cx="0" cy="0"/>
        </a:xfrm>
      </p:grpSpPr>
      <p:sp>
        <p:nvSpPr>
          <p:cNvPr id="294" name="Google Shape;294;p89"/>
          <p:cNvSpPr>
            <a:spLocks noGrp="1"/>
          </p:cNvSpPr>
          <p:nvPr>
            <p:ph type="pic" idx="2"/>
          </p:nvPr>
        </p:nvSpPr>
        <p:spPr>
          <a:xfrm>
            <a:off x="0" y="0"/>
            <a:ext cx="9144000" cy="3086100"/>
          </a:xfrm>
          <a:prstGeom prst="rect">
            <a:avLst/>
          </a:prstGeom>
          <a:noFill/>
          <a:ln>
            <a:noFill/>
          </a:ln>
        </p:spPr>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Full_Image_Center">
  <p:cSld name="Full_Image_Center">
    <p:spTree>
      <p:nvGrpSpPr>
        <p:cNvPr id="1" name="Shape 295"/>
        <p:cNvGrpSpPr/>
        <p:nvPr/>
      </p:nvGrpSpPr>
      <p:grpSpPr>
        <a:xfrm>
          <a:off x="0" y="0"/>
          <a:ext cx="0" cy="0"/>
          <a:chOff x="0" y="0"/>
          <a:chExt cx="0" cy="0"/>
        </a:xfrm>
      </p:grpSpPr>
      <p:sp>
        <p:nvSpPr>
          <p:cNvPr id="296" name="Google Shape;296;p90"/>
          <p:cNvSpPr>
            <a:spLocks noGrp="1"/>
          </p:cNvSpPr>
          <p:nvPr>
            <p:ph type="pic" idx="2"/>
          </p:nvPr>
        </p:nvSpPr>
        <p:spPr>
          <a:xfrm>
            <a:off x="0" y="1371600"/>
            <a:ext cx="9144095" cy="2400300"/>
          </a:xfrm>
          <a:prstGeom prst="rect">
            <a:avLst/>
          </a:prstGeom>
          <a:no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_Images">
  <p:cSld name="Two_Images">
    <p:spTree>
      <p:nvGrpSpPr>
        <p:cNvPr id="1" name="Shape 297"/>
        <p:cNvGrpSpPr/>
        <p:nvPr/>
      </p:nvGrpSpPr>
      <p:grpSpPr>
        <a:xfrm>
          <a:off x="0" y="0"/>
          <a:ext cx="0" cy="0"/>
          <a:chOff x="0" y="0"/>
          <a:chExt cx="0" cy="0"/>
        </a:xfrm>
      </p:grpSpPr>
      <p:sp>
        <p:nvSpPr>
          <p:cNvPr id="298" name="Google Shape;298;p91"/>
          <p:cNvSpPr>
            <a:spLocks noGrp="1"/>
          </p:cNvSpPr>
          <p:nvPr>
            <p:ph type="pic" idx="2"/>
          </p:nvPr>
        </p:nvSpPr>
        <p:spPr>
          <a:xfrm>
            <a:off x="4829242" y="1028700"/>
            <a:ext cx="3687135" cy="3600450"/>
          </a:xfrm>
          <a:prstGeom prst="rect">
            <a:avLst/>
          </a:prstGeom>
          <a:noFill/>
          <a:ln>
            <a:noFill/>
          </a:ln>
        </p:spPr>
      </p:sp>
      <p:sp>
        <p:nvSpPr>
          <p:cNvPr id="299" name="Google Shape;299;p91"/>
          <p:cNvSpPr>
            <a:spLocks noGrp="1"/>
          </p:cNvSpPr>
          <p:nvPr>
            <p:ph type="pic" idx="3"/>
          </p:nvPr>
        </p:nvSpPr>
        <p:spPr>
          <a:xfrm>
            <a:off x="627623" y="1028700"/>
            <a:ext cx="3687135" cy="3600450"/>
          </a:xfrm>
          <a:prstGeom prst="rect">
            <a:avLst/>
          </a:prstGeom>
          <a:no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_Images_Wide">
  <p:cSld name="Two_Images_Wide">
    <p:spTree>
      <p:nvGrpSpPr>
        <p:cNvPr id="1" name="Shape 300"/>
        <p:cNvGrpSpPr/>
        <p:nvPr/>
      </p:nvGrpSpPr>
      <p:grpSpPr>
        <a:xfrm>
          <a:off x="0" y="0"/>
          <a:ext cx="0" cy="0"/>
          <a:chOff x="0" y="0"/>
          <a:chExt cx="0" cy="0"/>
        </a:xfrm>
      </p:grpSpPr>
      <p:sp>
        <p:nvSpPr>
          <p:cNvPr id="301" name="Google Shape;301;p92"/>
          <p:cNvSpPr>
            <a:spLocks noGrp="1"/>
          </p:cNvSpPr>
          <p:nvPr>
            <p:ph type="pic" idx="2"/>
          </p:nvPr>
        </p:nvSpPr>
        <p:spPr>
          <a:xfrm>
            <a:off x="0" y="0"/>
            <a:ext cx="5366028" cy="2575179"/>
          </a:xfrm>
          <a:prstGeom prst="rect">
            <a:avLst/>
          </a:prstGeom>
          <a:noFill/>
          <a:ln>
            <a:noFill/>
          </a:ln>
        </p:spPr>
      </p:sp>
      <p:sp>
        <p:nvSpPr>
          <p:cNvPr id="302" name="Google Shape;302;p92"/>
          <p:cNvSpPr>
            <a:spLocks noGrp="1"/>
          </p:cNvSpPr>
          <p:nvPr>
            <p:ph type="pic" idx="3"/>
          </p:nvPr>
        </p:nvSpPr>
        <p:spPr>
          <a:xfrm>
            <a:off x="3781655" y="2575179"/>
            <a:ext cx="5366028" cy="2575179"/>
          </a:xfrm>
          <a:prstGeom prst="rect">
            <a:avLst/>
          </a:prstGeom>
          <a:noFill/>
          <a:ln>
            <a:noFill/>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hree_Images">
  <p:cSld name="Three_Images">
    <p:spTree>
      <p:nvGrpSpPr>
        <p:cNvPr id="1" name="Shape 303"/>
        <p:cNvGrpSpPr/>
        <p:nvPr/>
      </p:nvGrpSpPr>
      <p:grpSpPr>
        <a:xfrm>
          <a:off x="0" y="0"/>
          <a:ext cx="0" cy="0"/>
          <a:chOff x="0" y="0"/>
          <a:chExt cx="0" cy="0"/>
        </a:xfrm>
      </p:grpSpPr>
      <p:sp>
        <p:nvSpPr>
          <p:cNvPr id="304" name="Google Shape;304;p93"/>
          <p:cNvSpPr/>
          <p:nvPr/>
        </p:nvSpPr>
        <p:spPr>
          <a:xfrm>
            <a:off x="6087712" y="4562475"/>
            <a:ext cx="3054446" cy="581025"/>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305" name="Google Shape;305;p93"/>
          <p:cNvSpPr>
            <a:spLocks noGrp="1"/>
          </p:cNvSpPr>
          <p:nvPr>
            <p:ph type="pic" idx="2"/>
          </p:nvPr>
        </p:nvSpPr>
        <p:spPr>
          <a:xfrm>
            <a:off x="6087712" y="0"/>
            <a:ext cx="3056288" cy="2575932"/>
          </a:xfrm>
          <a:prstGeom prst="rect">
            <a:avLst/>
          </a:prstGeom>
          <a:noFill/>
          <a:ln>
            <a:noFill/>
          </a:ln>
        </p:spPr>
      </p:sp>
      <p:sp>
        <p:nvSpPr>
          <p:cNvPr id="306" name="Google Shape;306;p93"/>
          <p:cNvSpPr>
            <a:spLocks noGrp="1"/>
          </p:cNvSpPr>
          <p:nvPr>
            <p:ph type="pic" idx="3"/>
          </p:nvPr>
        </p:nvSpPr>
        <p:spPr>
          <a:xfrm>
            <a:off x="-3683" y="0"/>
            <a:ext cx="3056288" cy="2575932"/>
          </a:xfrm>
          <a:prstGeom prst="rect">
            <a:avLst/>
          </a:prstGeom>
          <a:noFill/>
          <a:ln>
            <a:noFill/>
          </a:ln>
        </p:spPr>
      </p:sp>
      <p:sp>
        <p:nvSpPr>
          <p:cNvPr id="307" name="Google Shape;307;p93"/>
          <p:cNvSpPr>
            <a:spLocks noGrp="1"/>
          </p:cNvSpPr>
          <p:nvPr>
            <p:ph type="pic" idx="4"/>
          </p:nvPr>
        </p:nvSpPr>
        <p:spPr>
          <a:xfrm>
            <a:off x="3050764" y="2575931"/>
            <a:ext cx="3036948" cy="2567569"/>
          </a:xfrm>
          <a:prstGeom prst="rect">
            <a:avLst/>
          </a:prstGeom>
          <a:noFill/>
          <a:ln>
            <a:noFill/>
          </a:ln>
        </p:spPr>
      </p:sp>
      <p:sp>
        <p:nvSpPr>
          <p:cNvPr id="308" name="Google Shape;308;p93"/>
          <p:cNvSpPr/>
          <p:nvPr/>
        </p:nvSpPr>
        <p:spPr>
          <a:xfrm>
            <a:off x="6087712" y="4562475"/>
            <a:ext cx="3054446" cy="581025"/>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
        <p:nvSpPr>
          <p:cNvPr id="309" name="Google Shape;309;p93"/>
          <p:cNvSpPr/>
          <p:nvPr/>
        </p:nvSpPr>
        <p:spPr>
          <a:xfrm>
            <a:off x="6087712" y="4562475"/>
            <a:ext cx="3054446" cy="581025"/>
          </a:xfrm>
          <a:prstGeom prst="rect">
            <a:avLst/>
          </a:prstGeom>
          <a:solidFill>
            <a:schemeClr val="lt1"/>
          </a:solidFill>
          <a:ln>
            <a:noFill/>
          </a:ln>
        </p:spPr>
        <p:txBody>
          <a:bodyPr spcFirstLastPara="1" wrap="square" lIns="34275" tIns="17125" rIns="34275" bIns="17125"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10"/>
        <p:cNvGrpSpPr/>
        <p:nvPr/>
      </p:nvGrpSpPr>
      <p:grpSpPr>
        <a:xfrm>
          <a:off x="0" y="0"/>
          <a:ext cx="0" cy="0"/>
          <a:chOff x="0" y="0"/>
          <a:chExt cx="0" cy="0"/>
        </a:xfrm>
      </p:grpSpPr>
      <p:sp>
        <p:nvSpPr>
          <p:cNvPr id="311" name="Google Shape;311;p94"/>
          <p:cNvSpPr>
            <a:spLocks noGrp="1"/>
          </p:cNvSpPr>
          <p:nvPr>
            <p:ph type="pic" idx="2"/>
          </p:nvPr>
        </p:nvSpPr>
        <p:spPr>
          <a:xfrm>
            <a:off x="4571952" y="0"/>
            <a:ext cx="4572048" cy="2571750"/>
          </a:xfrm>
          <a:prstGeom prst="rect">
            <a:avLst/>
          </a:prstGeom>
          <a:no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wo_Images_Top">
  <p:cSld name="Two_Images_Top">
    <p:spTree>
      <p:nvGrpSpPr>
        <p:cNvPr id="1" name="Shape 312"/>
        <p:cNvGrpSpPr/>
        <p:nvPr/>
      </p:nvGrpSpPr>
      <p:grpSpPr>
        <a:xfrm>
          <a:off x="0" y="0"/>
          <a:ext cx="0" cy="0"/>
          <a:chOff x="0" y="0"/>
          <a:chExt cx="0" cy="0"/>
        </a:xfrm>
      </p:grpSpPr>
      <p:sp>
        <p:nvSpPr>
          <p:cNvPr id="313" name="Google Shape;313;p95"/>
          <p:cNvSpPr>
            <a:spLocks noGrp="1"/>
          </p:cNvSpPr>
          <p:nvPr>
            <p:ph type="pic" idx="2"/>
          </p:nvPr>
        </p:nvSpPr>
        <p:spPr>
          <a:xfrm>
            <a:off x="4570333" y="0"/>
            <a:ext cx="4570333" cy="3060383"/>
          </a:xfrm>
          <a:prstGeom prst="rect">
            <a:avLst/>
          </a:prstGeom>
          <a:noFill/>
          <a:ln>
            <a:noFill/>
          </a:ln>
        </p:spPr>
      </p:sp>
      <p:sp>
        <p:nvSpPr>
          <p:cNvPr id="314" name="Google Shape;314;p95"/>
          <p:cNvSpPr>
            <a:spLocks noGrp="1"/>
          </p:cNvSpPr>
          <p:nvPr>
            <p:ph type="pic" idx="3"/>
          </p:nvPr>
        </p:nvSpPr>
        <p:spPr>
          <a:xfrm>
            <a:off x="0" y="0"/>
            <a:ext cx="4570333" cy="3060383"/>
          </a:xfrm>
          <a:prstGeom prst="rect">
            <a:avLst/>
          </a:prstGeom>
          <a:noFill/>
          <a:ln>
            <a:noFill/>
          </a:ln>
        </p:spPr>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Logo_Right_Image">
  <p:cSld name="Logo_Right_Image">
    <p:spTree>
      <p:nvGrpSpPr>
        <p:cNvPr id="1" name="Shape 315"/>
        <p:cNvGrpSpPr/>
        <p:nvPr/>
      </p:nvGrpSpPr>
      <p:grpSpPr>
        <a:xfrm>
          <a:off x="0" y="0"/>
          <a:ext cx="0" cy="0"/>
          <a:chOff x="0" y="0"/>
          <a:chExt cx="0" cy="0"/>
        </a:xfrm>
      </p:grpSpPr>
      <p:sp>
        <p:nvSpPr>
          <p:cNvPr id="316" name="Google Shape;316;p96"/>
          <p:cNvSpPr>
            <a:spLocks noGrp="1"/>
          </p:cNvSpPr>
          <p:nvPr>
            <p:ph type="pic" idx="2"/>
          </p:nvPr>
        </p:nvSpPr>
        <p:spPr>
          <a:xfrm>
            <a:off x="3329506" y="0"/>
            <a:ext cx="5814494" cy="5143500"/>
          </a:xfrm>
          <a:prstGeom prst="rect">
            <a:avLst/>
          </a:prstGeom>
          <a:noFill/>
          <a:ln>
            <a:noFill/>
          </a:ln>
        </p:spPr>
      </p:sp>
      <p:sp>
        <p:nvSpPr>
          <p:cNvPr id="317" name="Google Shape;317;p96"/>
          <p:cNvSpPr>
            <a:spLocks noGrp="1"/>
          </p:cNvSpPr>
          <p:nvPr>
            <p:ph type="pic" idx="3"/>
          </p:nvPr>
        </p:nvSpPr>
        <p:spPr>
          <a:xfrm>
            <a:off x="1054065" y="628050"/>
            <a:ext cx="1204645" cy="1229422"/>
          </a:xfrm>
          <a:prstGeom prst="rect">
            <a:avLst/>
          </a:prstGeom>
          <a:noFill/>
          <a:ln>
            <a:noFill/>
          </a:ln>
        </p:spPr>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Collage_Left">
  <p:cSld name="Collage_Left">
    <p:spTree>
      <p:nvGrpSpPr>
        <p:cNvPr id="1" name="Shape 318"/>
        <p:cNvGrpSpPr/>
        <p:nvPr/>
      </p:nvGrpSpPr>
      <p:grpSpPr>
        <a:xfrm>
          <a:off x="0" y="0"/>
          <a:ext cx="0" cy="0"/>
          <a:chOff x="0" y="0"/>
          <a:chExt cx="0" cy="0"/>
        </a:xfrm>
      </p:grpSpPr>
      <p:sp>
        <p:nvSpPr>
          <p:cNvPr id="319" name="Google Shape;319;p97"/>
          <p:cNvSpPr>
            <a:spLocks noGrp="1"/>
          </p:cNvSpPr>
          <p:nvPr>
            <p:ph type="pic" idx="2"/>
          </p:nvPr>
        </p:nvSpPr>
        <p:spPr>
          <a:xfrm>
            <a:off x="2613390" y="752527"/>
            <a:ext cx="1446298" cy="1976551"/>
          </a:xfrm>
          <a:prstGeom prst="rect">
            <a:avLst/>
          </a:prstGeom>
          <a:noFill/>
          <a:ln>
            <a:noFill/>
          </a:ln>
        </p:spPr>
      </p:sp>
      <p:sp>
        <p:nvSpPr>
          <p:cNvPr id="320" name="Google Shape;320;p97"/>
          <p:cNvSpPr>
            <a:spLocks noGrp="1"/>
          </p:cNvSpPr>
          <p:nvPr>
            <p:ph type="pic" idx="3"/>
          </p:nvPr>
        </p:nvSpPr>
        <p:spPr>
          <a:xfrm>
            <a:off x="2605413" y="2848951"/>
            <a:ext cx="1454275" cy="1823061"/>
          </a:xfrm>
          <a:prstGeom prst="rect">
            <a:avLst/>
          </a:prstGeom>
          <a:noFill/>
          <a:ln>
            <a:noFill/>
          </a:ln>
        </p:spPr>
      </p:sp>
      <p:sp>
        <p:nvSpPr>
          <p:cNvPr id="321" name="Google Shape;321;p97"/>
          <p:cNvSpPr>
            <a:spLocks noGrp="1"/>
          </p:cNvSpPr>
          <p:nvPr>
            <p:ph type="pic" idx="4"/>
          </p:nvPr>
        </p:nvSpPr>
        <p:spPr>
          <a:xfrm>
            <a:off x="1036308" y="752526"/>
            <a:ext cx="1454275" cy="1155573"/>
          </a:xfrm>
          <a:prstGeom prst="rect">
            <a:avLst/>
          </a:prstGeom>
          <a:noFill/>
          <a:ln>
            <a:noFill/>
          </a:ln>
        </p:spPr>
      </p:sp>
      <p:sp>
        <p:nvSpPr>
          <p:cNvPr id="322" name="Google Shape;322;p97"/>
          <p:cNvSpPr>
            <a:spLocks noGrp="1"/>
          </p:cNvSpPr>
          <p:nvPr>
            <p:ph type="pic" idx="5"/>
          </p:nvPr>
        </p:nvSpPr>
        <p:spPr>
          <a:xfrm>
            <a:off x="1036308" y="2036408"/>
            <a:ext cx="1454275" cy="2635604"/>
          </a:xfrm>
          <a:prstGeom prst="rect">
            <a:avLst/>
          </a:prstGeom>
          <a:no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ollage_Right">
  <p:cSld name="Collage_Right">
    <p:spTree>
      <p:nvGrpSpPr>
        <p:cNvPr id="1" name="Shape 323"/>
        <p:cNvGrpSpPr/>
        <p:nvPr/>
      </p:nvGrpSpPr>
      <p:grpSpPr>
        <a:xfrm>
          <a:off x="0" y="0"/>
          <a:ext cx="0" cy="0"/>
          <a:chOff x="0" y="0"/>
          <a:chExt cx="0" cy="0"/>
        </a:xfrm>
      </p:grpSpPr>
      <p:sp>
        <p:nvSpPr>
          <p:cNvPr id="324" name="Google Shape;324;p98"/>
          <p:cNvSpPr>
            <a:spLocks noGrp="1"/>
          </p:cNvSpPr>
          <p:nvPr>
            <p:ph type="pic" idx="2"/>
          </p:nvPr>
        </p:nvSpPr>
        <p:spPr>
          <a:xfrm>
            <a:off x="5057189" y="752527"/>
            <a:ext cx="1446298" cy="1976551"/>
          </a:xfrm>
          <a:prstGeom prst="rect">
            <a:avLst/>
          </a:prstGeom>
          <a:noFill/>
          <a:ln>
            <a:noFill/>
          </a:ln>
        </p:spPr>
      </p:sp>
      <p:sp>
        <p:nvSpPr>
          <p:cNvPr id="325" name="Google Shape;325;p98"/>
          <p:cNvSpPr>
            <a:spLocks noGrp="1"/>
          </p:cNvSpPr>
          <p:nvPr>
            <p:ph type="pic" idx="3"/>
          </p:nvPr>
        </p:nvSpPr>
        <p:spPr>
          <a:xfrm>
            <a:off x="5049212" y="2848951"/>
            <a:ext cx="1454275" cy="1823061"/>
          </a:xfrm>
          <a:prstGeom prst="rect">
            <a:avLst/>
          </a:prstGeom>
          <a:noFill/>
          <a:ln>
            <a:noFill/>
          </a:ln>
        </p:spPr>
      </p:sp>
      <p:sp>
        <p:nvSpPr>
          <p:cNvPr id="326" name="Google Shape;326;p98"/>
          <p:cNvSpPr>
            <a:spLocks noGrp="1"/>
          </p:cNvSpPr>
          <p:nvPr>
            <p:ph type="pic" idx="4"/>
          </p:nvPr>
        </p:nvSpPr>
        <p:spPr>
          <a:xfrm>
            <a:off x="6644183" y="752526"/>
            <a:ext cx="1454275" cy="1155573"/>
          </a:xfrm>
          <a:prstGeom prst="rect">
            <a:avLst/>
          </a:prstGeom>
          <a:noFill/>
          <a:ln>
            <a:noFill/>
          </a:ln>
        </p:spPr>
      </p:sp>
      <p:sp>
        <p:nvSpPr>
          <p:cNvPr id="327" name="Google Shape;327;p98"/>
          <p:cNvSpPr>
            <a:spLocks noGrp="1"/>
          </p:cNvSpPr>
          <p:nvPr>
            <p:ph type="pic" idx="5"/>
          </p:nvPr>
        </p:nvSpPr>
        <p:spPr>
          <a:xfrm>
            <a:off x="6644183" y="2036408"/>
            <a:ext cx="1454275" cy="2635604"/>
          </a:xfrm>
          <a:prstGeom prst="rect">
            <a:avLst/>
          </a:prstGeom>
          <a:no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Collage">
  <p:cSld name="Collage">
    <p:spTree>
      <p:nvGrpSpPr>
        <p:cNvPr id="1" name="Shape 328"/>
        <p:cNvGrpSpPr/>
        <p:nvPr/>
      </p:nvGrpSpPr>
      <p:grpSpPr>
        <a:xfrm>
          <a:off x="0" y="0"/>
          <a:ext cx="0" cy="0"/>
          <a:chOff x="0" y="0"/>
          <a:chExt cx="0" cy="0"/>
        </a:xfrm>
      </p:grpSpPr>
      <p:sp>
        <p:nvSpPr>
          <p:cNvPr id="329" name="Google Shape;329;p99"/>
          <p:cNvSpPr>
            <a:spLocks noGrp="1"/>
          </p:cNvSpPr>
          <p:nvPr>
            <p:ph type="pic" idx="2"/>
          </p:nvPr>
        </p:nvSpPr>
        <p:spPr>
          <a:xfrm>
            <a:off x="7294797" y="0"/>
            <a:ext cx="1849203" cy="1630628"/>
          </a:xfrm>
          <a:prstGeom prst="rect">
            <a:avLst/>
          </a:prstGeom>
          <a:noFill/>
          <a:ln>
            <a:noFill/>
          </a:ln>
        </p:spPr>
      </p:sp>
      <p:sp>
        <p:nvSpPr>
          <p:cNvPr id="330" name="Google Shape;330;p99"/>
          <p:cNvSpPr>
            <a:spLocks noGrp="1"/>
          </p:cNvSpPr>
          <p:nvPr>
            <p:ph type="pic" idx="3"/>
          </p:nvPr>
        </p:nvSpPr>
        <p:spPr>
          <a:xfrm>
            <a:off x="3647415" y="0"/>
            <a:ext cx="1823707" cy="1630628"/>
          </a:xfrm>
          <a:prstGeom prst="rect">
            <a:avLst/>
          </a:prstGeom>
          <a:noFill/>
          <a:ln>
            <a:noFill/>
          </a:ln>
        </p:spPr>
      </p:sp>
      <p:sp>
        <p:nvSpPr>
          <p:cNvPr id="331" name="Google Shape;331;p99"/>
          <p:cNvSpPr>
            <a:spLocks noGrp="1"/>
          </p:cNvSpPr>
          <p:nvPr>
            <p:ph type="pic" idx="4"/>
          </p:nvPr>
        </p:nvSpPr>
        <p:spPr>
          <a:xfrm>
            <a:off x="5471106" y="0"/>
            <a:ext cx="1823707" cy="1630628"/>
          </a:xfrm>
          <a:prstGeom prst="rect">
            <a:avLst/>
          </a:prstGeom>
          <a:noFill/>
          <a:ln>
            <a:noFill/>
          </a:ln>
        </p:spPr>
      </p:sp>
      <p:sp>
        <p:nvSpPr>
          <p:cNvPr id="332" name="Google Shape;332;p99"/>
          <p:cNvSpPr>
            <a:spLocks noGrp="1"/>
          </p:cNvSpPr>
          <p:nvPr>
            <p:ph type="pic" idx="5"/>
          </p:nvPr>
        </p:nvSpPr>
        <p:spPr>
          <a:xfrm>
            <a:off x="1823707" y="0"/>
            <a:ext cx="1823707" cy="5143500"/>
          </a:xfrm>
          <a:prstGeom prst="rect">
            <a:avLst/>
          </a:prstGeom>
          <a:noFill/>
          <a:ln>
            <a:noFill/>
          </a:ln>
        </p:spPr>
      </p:sp>
      <p:sp>
        <p:nvSpPr>
          <p:cNvPr id="333" name="Google Shape;333;p99"/>
          <p:cNvSpPr>
            <a:spLocks noGrp="1"/>
          </p:cNvSpPr>
          <p:nvPr>
            <p:ph type="pic" idx="6"/>
          </p:nvPr>
        </p:nvSpPr>
        <p:spPr>
          <a:xfrm>
            <a:off x="0" y="0"/>
            <a:ext cx="1823707" cy="5143500"/>
          </a:xfrm>
          <a:prstGeom prst="rect">
            <a:avLst/>
          </a:prstGeom>
          <a:noFill/>
          <a:ln>
            <a:noFill/>
          </a:ln>
        </p:spPr>
      </p:sp>
      <p:sp>
        <p:nvSpPr>
          <p:cNvPr id="334" name="Google Shape;334;p99"/>
          <p:cNvSpPr>
            <a:spLocks noGrp="1"/>
          </p:cNvSpPr>
          <p:nvPr>
            <p:ph type="pic" idx="7"/>
          </p:nvPr>
        </p:nvSpPr>
        <p:spPr>
          <a:xfrm>
            <a:off x="7294797" y="3512872"/>
            <a:ext cx="1849203" cy="1630628"/>
          </a:xfrm>
          <a:prstGeom prst="rect">
            <a:avLst/>
          </a:prstGeom>
          <a:noFill/>
          <a:ln>
            <a:noFill/>
          </a:ln>
        </p:spPr>
      </p:sp>
      <p:sp>
        <p:nvSpPr>
          <p:cNvPr id="335" name="Google Shape;335;p99"/>
          <p:cNvSpPr>
            <a:spLocks noGrp="1"/>
          </p:cNvSpPr>
          <p:nvPr>
            <p:ph type="pic" idx="8"/>
          </p:nvPr>
        </p:nvSpPr>
        <p:spPr>
          <a:xfrm>
            <a:off x="3647415" y="3512872"/>
            <a:ext cx="1823707" cy="1630628"/>
          </a:xfrm>
          <a:prstGeom prst="rect">
            <a:avLst/>
          </a:prstGeom>
          <a:noFill/>
          <a:ln>
            <a:noFill/>
          </a:ln>
        </p:spPr>
      </p:sp>
      <p:sp>
        <p:nvSpPr>
          <p:cNvPr id="336" name="Google Shape;336;p99"/>
          <p:cNvSpPr>
            <a:spLocks noGrp="1"/>
          </p:cNvSpPr>
          <p:nvPr>
            <p:ph type="pic" idx="9"/>
          </p:nvPr>
        </p:nvSpPr>
        <p:spPr>
          <a:xfrm>
            <a:off x="5471106" y="3512872"/>
            <a:ext cx="1823707" cy="1630628"/>
          </a:xfrm>
          <a:prstGeom prst="rect">
            <a:avLst/>
          </a:prstGeom>
          <a:no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eam_Four">
  <p:cSld name="Team_Four">
    <p:spTree>
      <p:nvGrpSpPr>
        <p:cNvPr id="1" name="Shape 337"/>
        <p:cNvGrpSpPr/>
        <p:nvPr/>
      </p:nvGrpSpPr>
      <p:grpSpPr>
        <a:xfrm>
          <a:off x="0" y="0"/>
          <a:ext cx="0" cy="0"/>
          <a:chOff x="0" y="0"/>
          <a:chExt cx="0" cy="0"/>
        </a:xfrm>
      </p:grpSpPr>
      <p:sp>
        <p:nvSpPr>
          <p:cNvPr id="338" name="Google Shape;338;p100"/>
          <p:cNvSpPr>
            <a:spLocks noGrp="1"/>
          </p:cNvSpPr>
          <p:nvPr>
            <p:ph type="pic" idx="2"/>
          </p:nvPr>
        </p:nvSpPr>
        <p:spPr>
          <a:xfrm>
            <a:off x="2729414" y="1584060"/>
            <a:ext cx="1701305" cy="1630628"/>
          </a:xfrm>
          <a:prstGeom prst="rect">
            <a:avLst/>
          </a:prstGeom>
          <a:noFill/>
          <a:ln>
            <a:noFill/>
          </a:ln>
        </p:spPr>
      </p:sp>
      <p:sp>
        <p:nvSpPr>
          <p:cNvPr id="339" name="Google Shape;339;p100"/>
          <p:cNvSpPr>
            <a:spLocks noGrp="1"/>
          </p:cNvSpPr>
          <p:nvPr>
            <p:ph type="pic" idx="3"/>
          </p:nvPr>
        </p:nvSpPr>
        <p:spPr>
          <a:xfrm>
            <a:off x="731502" y="1584060"/>
            <a:ext cx="1701305" cy="1630628"/>
          </a:xfrm>
          <a:prstGeom prst="rect">
            <a:avLst/>
          </a:prstGeom>
          <a:noFill/>
          <a:ln>
            <a:noFill/>
          </a:ln>
        </p:spPr>
      </p:sp>
      <p:sp>
        <p:nvSpPr>
          <p:cNvPr id="340" name="Google Shape;340;p100"/>
          <p:cNvSpPr>
            <a:spLocks noGrp="1"/>
          </p:cNvSpPr>
          <p:nvPr>
            <p:ph type="pic" idx="4"/>
          </p:nvPr>
        </p:nvSpPr>
        <p:spPr>
          <a:xfrm>
            <a:off x="6725240" y="1584060"/>
            <a:ext cx="1701305" cy="1630628"/>
          </a:xfrm>
          <a:prstGeom prst="rect">
            <a:avLst/>
          </a:prstGeom>
          <a:noFill/>
          <a:ln>
            <a:noFill/>
          </a:ln>
        </p:spPr>
      </p:sp>
      <p:sp>
        <p:nvSpPr>
          <p:cNvPr id="341" name="Google Shape;341;p100"/>
          <p:cNvSpPr>
            <a:spLocks noGrp="1"/>
          </p:cNvSpPr>
          <p:nvPr>
            <p:ph type="pic" idx="5"/>
          </p:nvPr>
        </p:nvSpPr>
        <p:spPr>
          <a:xfrm>
            <a:off x="4727328" y="1584060"/>
            <a:ext cx="1701305" cy="1630628"/>
          </a:xfrm>
          <a:prstGeom prst="rect">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eam_Six">
  <p:cSld name="Team_Six">
    <p:spTree>
      <p:nvGrpSpPr>
        <p:cNvPr id="1" name="Shape 342"/>
        <p:cNvGrpSpPr/>
        <p:nvPr/>
      </p:nvGrpSpPr>
      <p:grpSpPr>
        <a:xfrm>
          <a:off x="0" y="0"/>
          <a:ext cx="0" cy="0"/>
          <a:chOff x="0" y="0"/>
          <a:chExt cx="0" cy="0"/>
        </a:xfrm>
      </p:grpSpPr>
      <p:sp>
        <p:nvSpPr>
          <p:cNvPr id="343" name="Google Shape;343;p101"/>
          <p:cNvSpPr>
            <a:spLocks noGrp="1"/>
          </p:cNvSpPr>
          <p:nvPr>
            <p:ph type="pic" idx="2"/>
          </p:nvPr>
        </p:nvSpPr>
        <p:spPr>
          <a:xfrm>
            <a:off x="3561164" y="2905263"/>
            <a:ext cx="2034991" cy="1371600"/>
          </a:xfrm>
          <a:prstGeom prst="rect">
            <a:avLst/>
          </a:prstGeom>
          <a:noFill/>
          <a:ln>
            <a:noFill/>
          </a:ln>
        </p:spPr>
      </p:sp>
      <p:sp>
        <p:nvSpPr>
          <p:cNvPr id="344" name="Google Shape;344;p101"/>
          <p:cNvSpPr>
            <a:spLocks noGrp="1"/>
          </p:cNvSpPr>
          <p:nvPr>
            <p:ph type="pic" idx="3"/>
          </p:nvPr>
        </p:nvSpPr>
        <p:spPr>
          <a:xfrm>
            <a:off x="6011979" y="2905263"/>
            <a:ext cx="2034991" cy="1371600"/>
          </a:xfrm>
          <a:prstGeom prst="rect">
            <a:avLst/>
          </a:prstGeom>
          <a:noFill/>
          <a:ln>
            <a:noFill/>
          </a:ln>
        </p:spPr>
      </p:sp>
      <p:sp>
        <p:nvSpPr>
          <p:cNvPr id="345" name="Google Shape;345;p101"/>
          <p:cNvSpPr>
            <a:spLocks noGrp="1"/>
          </p:cNvSpPr>
          <p:nvPr>
            <p:ph type="pic" idx="4"/>
          </p:nvPr>
        </p:nvSpPr>
        <p:spPr>
          <a:xfrm>
            <a:off x="1099955" y="2905263"/>
            <a:ext cx="2034991" cy="1371600"/>
          </a:xfrm>
          <a:prstGeom prst="rect">
            <a:avLst/>
          </a:prstGeom>
          <a:noFill/>
          <a:ln>
            <a:noFill/>
          </a:ln>
        </p:spPr>
      </p:sp>
      <p:sp>
        <p:nvSpPr>
          <p:cNvPr id="346" name="Google Shape;346;p101"/>
          <p:cNvSpPr>
            <a:spLocks noGrp="1"/>
          </p:cNvSpPr>
          <p:nvPr>
            <p:ph type="pic" idx="5"/>
          </p:nvPr>
        </p:nvSpPr>
        <p:spPr>
          <a:xfrm>
            <a:off x="3561164" y="1200150"/>
            <a:ext cx="2034991" cy="1371600"/>
          </a:xfrm>
          <a:prstGeom prst="rect">
            <a:avLst/>
          </a:prstGeom>
          <a:noFill/>
          <a:ln>
            <a:noFill/>
          </a:ln>
        </p:spPr>
      </p:sp>
      <p:sp>
        <p:nvSpPr>
          <p:cNvPr id="347" name="Google Shape;347;p101"/>
          <p:cNvSpPr>
            <a:spLocks noGrp="1"/>
          </p:cNvSpPr>
          <p:nvPr>
            <p:ph type="pic" idx="6"/>
          </p:nvPr>
        </p:nvSpPr>
        <p:spPr>
          <a:xfrm>
            <a:off x="6011979" y="1200150"/>
            <a:ext cx="2034991" cy="1371600"/>
          </a:xfrm>
          <a:prstGeom prst="rect">
            <a:avLst/>
          </a:prstGeom>
          <a:noFill/>
          <a:ln>
            <a:noFill/>
          </a:ln>
        </p:spPr>
      </p:sp>
      <p:sp>
        <p:nvSpPr>
          <p:cNvPr id="348" name="Google Shape;348;p101"/>
          <p:cNvSpPr>
            <a:spLocks noGrp="1"/>
          </p:cNvSpPr>
          <p:nvPr>
            <p:ph type="pic" idx="7"/>
          </p:nvPr>
        </p:nvSpPr>
        <p:spPr>
          <a:xfrm>
            <a:off x="1099955" y="1200150"/>
            <a:ext cx="2034991" cy="1371600"/>
          </a:xfrm>
          <a:prstGeom prst="rect">
            <a:avLst/>
          </a:prstGeom>
          <a:no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1_Full_Image_Top_Taller">
  <p:cSld name="1_Full_Image_Top_Taller">
    <p:spTree>
      <p:nvGrpSpPr>
        <p:cNvPr id="1" name="Shape 350"/>
        <p:cNvGrpSpPr/>
        <p:nvPr/>
      </p:nvGrpSpPr>
      <p:grpSpPr>
        <a:xfrm>
          <a:off x="0" y="0"/>
          <a:ext cx="0" cy="0"/>
          <a:chOff x="0" y="0"/>
          <a:chExt cx="0" cy="0"/>
        </a:xfrm>
      </p:grpSpPr>
      <p:sp>
        <p:nvSpPr>
          <p:cNvPr id="351" name="Google Shape;351;p103"/>
          <p:cNvSpPr>
            <a:spLocks noGrp="1"/>
          </p:cNvSpPr>
          <p:nvPr>
            <p:ph type="pic" idx="2"/>
          </p:nvPr>
        </p:nvSpPr>
        <p:spPr>
          <a:xfrm>
            <a:off x="0" y="0"/>
            <a:ext cx="9144000" cy="3086100"/>
          </a:xfrm>
          <a:prstGeom prst="rect">
            <a:avLst/>
          </a:prstGeom>
          <a:noFill/>
          <a:ln>
            <a:noFill/>
          </a:ln>
        </p:spPr>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_Quote">
  <p:cSld name="1_Quote">
    <p:spTree>
      <p:nvGrpSpPr>
        <p:cNvPr id="1" name="Shape 352"/>
        <p:cNvGrpSpPr/>
        <p:nvPr/>
      </p:nvGrpSpPr>
      <p:grpSpPr>
        <a:xfrm>
          <a:off x="0" y="0"/>
          <a:ext cx="0" cy="0"/>
          <a:chOff x="0" y="0"/>
          <a:chExt cx="0" cy="0"/>
        </a:xfrm>
      </p:grpSpPr>
      <p:sp>
        <p:nvSpPr>
          <p:cNvPr id="353" name="Google Shape;353;p104"/>
          <p:cNvSpPr>
            <a:spLocks noGrp="1"/>
          </p:cNvSpPr>
          <p:nvPr>
            <p:ph type="pic" idx="2"/>
          </p:nvPr>
        </p:nvSpPr>
        <p:spPr>
          <a:xfrm>
            <a:off x="4571952" y="0"/>
            <a:ext cx="4572048" cy="257175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2_Full_Image_Top_Taller">
  <p:cSld name="2_Full_Image_Top_Taller">
    <p:spTree>
      <p:nvGrpSpPr>
        <p:cNvPr id="1" name="Shape 355"/>
        <p:cNvGrpSpPr/>
        <p:nvPr/>
      </p:nvGrpSpPr>
      <p:grpSpPr>
        <a:xfrm>
          <a:off x="0" y="0"/>
          <a:ext cx="0" cy="0"/>
          <a:chOff x="0" y="0"/>
          <a:chExt cx="0" cy="0"/>
        </a:xfrm>
      </p:grpSpPr>
      <p:sp>
        <p:nvSpPr>
          <p:cNvPr id="356" name="Google Shape;356;p106"/>
          <p:cNvSpPr>
            <a:spLocks noGrp="1"/>
          </p:cNvSpPr>
          <p:nvPr>
            <p:ph type="pic" idx="2"/>
          </p:nvPr>
        </p:nvSpPr>
        <p:spPr>
          <a:xfrm>
            <a:off x="0" y="0"/>
            <a:ext cx="9144000" cy="3086100"/>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2_Quote">
  <p:cSld name="2_Quote">
    <p:spTree>
      <p:nvGrpSpPr>
        <p:cNvPr id="1" name="Shape 357"/>
        <p:cNvGrpSpPr/>
        <p:nvPr/>
      </p:nvGrpSpPr>
      <p:grpSpPr>
        <a:xfrm>
          <a:off x="0" y="0"/>
          <a:ext cx="0" cy="0"/>
          <a:chOff x="0" y="0"/>
          <a:chExt cx="0" cy="0"/>
        </a:xfrm>
      </p:grpSpPr>
      <p:sp>
        <p:nvSpPr>
          <p:cNvPr id="358" name="Google Shape;358;p107"/>
          <p:cNvSpPr>
            <a:spLocks noGrp="1"/>
          </p:cNvSpPr>
          <p:nvPr>
            <p:ph type="pic" idx="2"/>
          </p:nvPr>
        </p:nvSpPr>
        <p:spPr>
          <a:xfrm>
            <a:off x="4571952" y="0"/>
            <a:ext cx="4572048" cy="257175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slideLayout" Target="../slideLayouts/slideLayout37.xml"/><Relationship Id="rId25" Type="http://schemas.openxmlformats.org/officeDocument/2006/relationships/slideLayout" Target="../slideLayouts/slideLayout38.xml"/><Relationship Id="rId26" Type="http://schemas.openxmlformats.org/officeDocument/2006/relationships/slideLayout" Target="../slideLayouts/slideLayout39.xml"/><Relationship Id="rId27" Type="http://schemas.openxmlformats.org/officeDocument/2006/relationships/slideLayout" Target="../slideLayouts/slideLayout40.xml"/><Relationship Id="rId28" Type="http://schemas.openxmlformats.org/officeDocument/2006/relationships/slideLayout" Target="../slideLayouts/slideLayout41.xml"/><Relationship Id="rId29" Type="http://schemas.openxmlformats.org/officeDocument/2006/relationships/slideLayout" Target="../slideLayouts/slideLayout42.xml"/><Relationship Id="rId30" Type="http://schemas.openxmlformats.org/officeDocument/2006/relationships/slideLayout" Target="../slideLayouts/slideLayout43.xml"/><Relationship Id="rId31" Type="http://schemas.openxmlformats.org/officeDocument/2006/relationships/slideLayout" Target="../slideLayouts/slideLayout44.xml"/><Relationship Id="rId32" Type="http://schemas.openxmlformats.org/officeDocument/2006/relationships/slideLayout" Target="../slideLayouts/slideLayout45.xml"/><Relationship Id="rId33" Type="http://schemas.openxmlformats.org/officeDocument/2006/relationships/slideLayout" Target="../slideLayouts/slideLayout46.xml"/><Relationship Id="rId34" Type="http://schemas.openxmlformats.org/officeDocument/2006/relationships/slideLayout" Target="../slideLayouts/slideLayout47.xml"/><Relationship Id="rId35" Type="http://schemas.openxmlformats.org/officeDocument/2006/relationships/slideLayout" Target="../slideLayouts/slideLayout48.xml"/><Relationship Id="rId36" Type="http://schemas.openxmlformats.org/officeDocument/2006/relationships/slideLayout" Target="../slideLayouts/slideLayout49.xml"/><Relationship Id="rId37" Type="http://schemas.openxmlformats.org/officeDocument/2006/relationships/slideLayout" Target="../slideLayouts/slideLayout50.xml"/><Relationship Id="rId3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9" Type="http://schemas.openxmlformats.org/officeDocument/2006/relationships/slideLayout" Target="../slideLayouts/slideLayout59.xml"/><Relationship Id="rId10" Type="http://schemas.openxmlformats.org/officeDocument/2006/relationships/slideLayout" Target="../slideLayouts/slideLayout60.xml"/><Relationship Id="rId11" Type="http://schemas.openxmlformats.org/officeDocument/2006/relationships/slideLayout" Target="../slideLayouts/slideLayout61.xml"/><Relationship Id="rId12" Type="http://schemas.openxmlformats.org/officeDocument/2006/relationships/slideLayout" Target="../slideLayouts/slideLayout62.xml"/><Relationship Id="rId13" Type="http://schemas.openxmlformats.org/officeDocument/2006/relationships/slideLayout" Target="../slideLayouts/slideLayout63.xml"/><Relationship Id="rId14" Type="http://schemas.openxmlformats.org/officeDocument/2006/relationships/slideLayout" Target="../slideLayouts/slideLayout64.xml"/><Relationship Id="rId15" Type="http://schemas.openxmlformats.org/officeDocument/2006/relationships/slideLayout" Target="../slideLayouts/slideLayout65.xml"/><Relationship Id="rId16" Type="http://schemas.openxmlformats.org/officeDocument/2006/relationships/slideLayout" Target="../slideLayouts/slideLayout66.xml"/><Relationship Id="rId17" Type="http://schemas.openxmlformats.org/officeDocument/2006/relationships/slideLayout" Target="../slideLayouts/slideLayout67.xml"/><Relationship Id="rId18" Type="http://schemas.openxmlformats.org/officeDocument/2006/relationships/slideLayout" Target="../slideLayouts/slideLayout68.xml"/><Relationship Id="rId19" Type="http://schemas.openxmlformats.org/officeDocument/2006/relationships/slideLayout" Target="../slideLayouts/slideLayout69.xml"/><Relationship Id="rId20" Type="http://schemas.openxmlformats.org/officeDocument/2006/relationships/slideLayout" Target="../slideLayouts/slideLayout70.xml"/><Relationship Id="rId21" Type="http://schemas.openxmlformats.org/officeDocument/2006/relationships/slideLayout" Target="../slideLayouts/slideLayout71.xml"/><Relationship Id="rId22" Type="http://schemas.openxmlformats.org/officeDocument/2006/relationships/slideLayout" Target="../slideLayouts/slideLayout72.xml"/><Relationship Id="rId23" Type="http://schemas.openxmlformats.org/officeDocument/2006/relationships/slideLayout" Target="../slideLayouts/slideLayout73.xml"/><Relationship Id="rId24" Type="http://schemas.openxmlformats.org/officeDocument/2006/relationships/slideLayout" Target="../slideLayouts/slideLayout74.xml"/><Relationship Id="rId25" Type="http://schemas.openxmlformats.org/officeDocument/2006/relationships/slideLayout" Target="../slideLayouts/slideLayout75.xml"/><Relationship Id="rId26" Type="http://schemas.openxmlformats.org/officeDocument/2006/relationships/slideLayout" Target="../slideLayouts/slideLayout76.xml"/><Relationship Id="rId27" Type="http://schemas.openxmlformats.org/officeDocument/2006/relationships/slideLayout" Target="../slideLayouts/slideLayout77.xml"/><Relationship Id="rId28" Type="http://schemas.openxmlformats.org/officeDocument/2006/relationships/slideLayout" Target="../slideLayouts/slideLayout78.xml"/><Relationship Id="rId29" Type="http://schemas.openxmlformats.org/officeDocument/2006/relationships/slideLayout" Target="../slideLayouts/slideLayout79.xml"/><Relationship Id="rId30" Type="http://schemas.openxmlformats.org/officeDocument/2006/relationships/slideLayout" Target="../slideLayouts/slideLayout80.xml"/><Relationship Id="rId31" Type="http://schemas.openxmlformats.org/officeDocument/2006/relationships/slideLayout" Target="../slideLayouts/slideLayout81.xml"/><Relationship Id="rId32" Type="http://schemas.openxmlformats.org/officeDocument/2006/relationships/slideLayout" Target="../slideLayouts/slideLayout82.xml"/><Relationship Id="rId33" Type="http://schemas.openxmlformats.org/officeDocument/2006/relationships/slideLayout" Target="../slideLayouts/slideLayout83.xml"/><Relationship Id="rId34" Type="http://schemas.openxmlformats.org/officeDocument/2006/relationships/slideLayout" Target="../slideLayouts/slideLayout84.xml"/><Relationship Id="rId35" Type="http://schemas.openxmlformats.org/officeDocument/2006/relationships/slideLayout" Target="../slideLayouts/slideLayout85.xml"/><Relationship Id="rId36" Type="http://schemas.openxmlformats.org/officeDocument/2006/relationships/slideLayout" Target="../slideLayouts/slideLayout86.xml"/><Relationship Id="rId37" Type="http://schemas.openxmlformats.org/officeDocument/2006/relationships/slideLayout" Target="../slideLayouts/slideLayout87.xml"/><Relationship Id="rId38" Type="http://schemas.openxmlformats.org/officeDocument/2006/relationships/slideLayout" Target="../slideLayouts/slideLayout88.xml"/><Relationship Id="rId3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27"/>
          <p:cNvSpPr txBox="1">
            <a:spLocks noGrp="1"/>
          </p:cNvSpPr>
          <p:nvPr>
            <p:ph type="title"/>
          </p:nvPr>
        </p:nvSpPr>
        <p:spPr>
          <a:xfrm>
            <a:off x="627623" y="257175"/>
            <a:ext cx="7888800" cy="10107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2300"/>
              <a:buFont typeface="Arial"/>
              <a:buNone/>
              <a:defRPr sz="23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500"/>
              <a:buFont typeface="Arial"/>
              <a:buNone/>
              <a:defRPr sz="700" b="0" i="0" u="none" strike="noStrike" cap="none">
                <a:solidFill>
                  <a:srgbClr val="000000"/>
                </a:solidFill>
                <a:latin typeface="Arial"/>
                <a:ea typeface="Arial"/>
                <a:cs typeface="Arial"/>
                <a:sym typeface="Arial"/>
              </a:defRPr>
            </a:lvl9pPr>
          </a:lstStyle>
          <a:p>
            <a:endParaRPr/>
          </a:p>
        </p:txBody>
      </p:sp>
      <p:sp>
        <p:nvSpPr>
          <p:cNvPr id="100" name="Google Shape;100;p27"/>
          <p:cNvSpPr txBox="1">
            <a:spLocks noGrp="1"/>
          </p:cNvSpPr>
          <p:nvPr>
            <p:ph type="body" idx="1"/>
          </p:nvPr>
        </p:nvSpPr>
        <p:spPr>
          <a:xfrm>
            <a:off x="638178" y="1369219"/>
            <a:ext cx="7878300" cy="3259800"/>
          </a:xfrm>
          <a:prstGeom prst="rect">
            <a:avLst/>
          </a:prstGeom>
          <a:noFill/>
          <a:ln>
            <a:noFill/>
          </a:ln>
        </p:spPr>
        <p:txBody>
          <a:bodyPr spcFirstLastPara="1" wrap="square" lIns="68575" tIns="34275" rIns="68575" bIns="34275" anchor="t" anchorCtr="0">
            <a:normAutofit/>
          </a:bodyPr>
          <a:lstStyle>
            <a:lvl1pPr marL="457200" marR="0" lvl="0" indent="-342900" algn="l" rtl="0">
              <a:lnSpc>
                <a:spcPct val="90000"/>
              </a:lnSpc>
              <a:spcBef>
                <a:spcPts val="80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23850" algn="l" rtl="0">
              <a:lnSpc>
                <a:spcPct val="90000"/>
              </a:lnSpc>
              <a:spcBef>
                <a:spcPts val="400"/>
              </a:spcBef>
              <a:spcAft>
                <a:spcPts val="0"/>
              </a:spcAft>
              <a:buClr>
                <a:schemeClr val="dk2"/>
              </a:buClr>
              <a:buSzPts val="1500"/>
              <a:buFont typeface="Arial"/>
              <a:buChar char="•"/>
              <a:defRPr sz="1500" b="0" i="0" u="none" strike="noStrike" cap="none">
                <a:solidFill>
                  <a:schemeClr val="dk2"/>
                </a:solidFill>
                <a:latin typeface="Arial"/>
                <a:ea typeface="Arial"/>
                <a:cs typeface="Arial"/>
                <a:sym typeface="Arial"/>
              </a:defRPr>
            </a:lvl2pPr>
            <a:lvl3pPr marL="1371600" marR="0" lvl="2" indent="-317500" algn="l" rtl="0">
              <a:lnSpc>
                <a:spcPct val="90000"/>
              </a:lnSpc>
              <a:spcBef>
                <a:spcPts val="4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04800" algn="l" rtl="0">
              <a:lnSpc>
                <a:spcPct val="90000"/>
              </a:lnSpc>
              <a:spcBef>
                <a:spcPts val="4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90000"/>
              </a:lnSpc>
              <a:spcBef>
                <a:spcPts val="4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01" name="Google Shape;101;p27"/>
          <p:cNvSpPr/>
          <p:nvPr/>
        </p:nvSpPr>
        <p:spPr>
          <a:xfrm>
            <a:off x="8410551" y="257175"/>
            <a:ext cx="105900" cy="1038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700"/>
              <a:buFont typeface="Arial"/>
              <a:buNone/>
            </a:pPr>
            <a:fld id="{00000000-1234-1234-1234-123412341234}" type="slidenum">
              <a:rPr lang="en" sz="700" b="0" i="0" u="none" strike="noStrike" cap="none">
                <a:solidFill>
                  <a:schemeClr val="accent6"/>
                </a:solidFill>
                <a:latin typeface="Arial"/>
                <a:ea typeface="Arial"/>
                <a:cs typeface="Arial"/>
                <a:sym typeface="Arial"/>
              </a:rPr>
              <a:t>‹#›</a:t>
            </a:fld>
            <a:endParaRPr sz="700" b="0" i="0" u="none" strike="noStrike" cap="none">
              <a:solidFill>
                <a:schemeClr val="accent6"/>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03" r:id="rId32"/>
    <p:sldLayoutId id="2147483704" r:id="rId33"/>
    <p:sldLayoutId id="2147483706" r:id="rId34"/>
    <p:sldLayoutId id="2147483707" r:id="rId35"/>
    <p:sldLayoutId id="2147483709" r:id="rId36"/>
    <p:sldLayoutId id="2147483710" r:id="rId3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
          <p15:clr>
            <a:srgbClr val="F26B43"/>
          </p15:clr>
        </p15:guide>
        <p15:guide id="2" pos="287">
          <p15:clr>
            <a:srgbClr val="F26B43"/>
          </p15:clr>
        </p15:guide>
        <p15:guide id="3" pos="395">
          <p15:clr>
            <a:srgbClr val="F26B43"/>
          </p15:clr>
        </p15:guide>
        <p15:guide id="4" pos="179">
          <p15:clr>
            <a:srgbClr val="F26B43"/>
          </p15:clr>
        </p15:guide>
        <p15:guide id="5" pos="5581">
          <p15:clr>
            <a:srgbClr val="F26B43"/>
          </p15:clr>
        </p15:guide>
        <p15:guide id="6" pos="5473">
          <p15:clr>
            <a:srgbClr val="F26B43"/>
          </p15:clr>
        </p15:guide>
        <p15:guide id="7" pos="5365">
          <p15:clr>
            <a:srgbClr val="F26B43"/>
          </p15:clr>
        </p15:guide>
        <p15:guide id="8" orient="horz" pos="2916">
          <p15:clr>
            <a:srgbClr val="F26B43"/>
          </p15:clr>
        </p15:guide>
        <p15:guide id="9" orient="horz" pos="3078">
          <p15:clr>
            <a:srgbClr val="F26B43"/>
          </p15:clr>
        </p15:guide>
        <p15:guide id="10" orient="horz" pos="27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7"/>
          <p:cNvSpPr txBox="1">
            <a:spLocks noGrp="1"/>
          </p:cNvSpPr>
          <p:nvPr>
            <p:ph type="title"/>
          </p:nvPr>
        </p:nvSpPr>
        <p:spPr>
          <a:xfrm>
            <a:off x="627623" y="257175"/>
            <a:ext cx="7888754" cy="1010844"/>
          </a:xfrm>
          <a:prstGeom prst="rect">
            <a:avLst/>
          </a:prstGeom>
          <a:noFill/>
          <a:ln>
            <a:noFill/>
          </a:ln>
        </p:spPr>
        <p:txBody>
          <a:bodyPr spcFirstLastPara="1" wrap="square" lIns="182825" tIns="91400" rIns="182825" bIns="91400" anchor="ctr" anchorCtr="0">
            <a:normAutofit/>
          </a:bodyPr>
          <a:lstStyle>
            <a:lvl1pPr marR="0" lvl="0" algn="l" rtl="0">
              <a:lnSpc>
                <a:spcPct val="90000"/>
              </a:lnSpc>
              <a:spcBef>
                <a:spcPts val="0"/>
              </a:spcBef>
              <a:spcAft>
                <a:spcPts val="0"/>
              </a:spcAft>
              <a:buClr>
                <a:schemeClr val="dk1"/>
              </a:buClr>
              <a:buSzPts val="6000"/>
              <a:buFont typeface="Arial"/>
              <a:buNone/>
              <a:defRPr sz="6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8" name="Google Shape;228;p67"/>
          <p:cNvSpPr txBox="1">
            <a:spLocks noGrp="1"/>
          </p:cNvSpPr>
          <p:nvPr>
            <p:ph type="body" idx="1"/>
          </p:nvPr>
        </p:nvSpPr>
        <p:spPr>
          <a:xfrm>
            <a:off x="638178" y="1369219"/>
            <a:ext cx="7878199" cy="3259931"/>
          </a:xfrm>
          <a:prstGeom prst="rect">
            <a:avLst/>
          </a:prstGeom>
          <a:noFill/>
          <a:ln>
            <a:noFill/>
          </a:ln>
        </p:spPr>
        <p:txBody>
          <a:bodyPr spcFirstLastPara="1" wrap="square" lIns="182825" tIns="91400" rIns="182825" bIns="91400" anchor="t" anchorCtr="0">
            <a:normAutofit/>
          </a:bodyPr>
          <a:lstStyle>
            <a:lvl1pPr marL="457200" marR="0" lvl="0" indent="-533400" algn="l" rtl="0">
              <a:lnSpc>
                <a:spcPct val="90000"/>
              </a:lnSpc>
              <a:spcBef>
                <a:spcPts val="2000"/>
              </a:spcBef>
              <a:spcAft>
                <a:spcPts val="0"/>
              </a:spcAft>
              <a:buClr>
                <a:schemeClr val="dk2"/>
              </a:buClr>
              <a:buSzPts val="4800"/>
              <a:buFont typeface="Arial"/>
              <a:buChar char="•"/>
              <a:defRPr sz="4800" b="0" i="0" u="none" strike="noStrike" cap="none">
                <a:solidFill>
                  <a:schemeClr val="dk2"/>
                </a:solidFill>
                <a:latin typeface="Arial"/>
                <a:ea typeface="Arial"/>
                <a:cs typeface="Arial"/>
                <a:sym typeface="Arial"/>
              </a:defRPr>
            </a:lvl1pPr>
            <a:lvl2pPr marL="914400" marR="0" lvl="1" indent="-482600" algn="l" rtl="0">
              <a:lnSpc>
                <a:spcPct val="90000"/>
              </a:lnSpc>
              <a:spcBef>
                <a:spcPts val="1000"/>
              </a:spcBef>
              <a:spcAft>
                <a:spcPts val="0"/>
              </a:spcAft>
              <a:buClr>
                <a:schemeClr val="dk2"/>
              </a:buClr>
              <a:buSzPts val="4000"/>
              <a:buFont typeface="Arial"/>
              <a:buChar char="•"/>
              <a:defRPr sz="4000" b="0" i="0" u="none" strike="noStrike" cap="none">
                <a:solidFill>
                  <a:schemeClr val="dk2"/>
                </a:solidFill>
                <a:latin typeface="Arial"/>
                <a:ea typeface="Arial"/>
                <a:cs typeface="Arial"/>
                <a:sym typeface="Arial"/>
              </a:defRPr>
            </a:lvl2pPr>
            <a:lvl3pPr marL="1371600" marR="0" lvl="2" indent="-457200" algn="l" rtl="0">
              <a:lnSpc>
                <a:spcPct val="90000"/>
              </a:lnSpc>
              <a:spcBef>
                <a:spcPts val="100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3pPr>
            <a:lvl4pPr marL="1828800" marR="0" lvl="3" indent="-431800"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4pPr>
            <a:lvl5pPr marL="2286000" marR="0" lvl="4" indent="-431800" algn="l" rtl="0">
              <a:lnSpc>
                <a:spcPct val="90000"/>
              </a:lnSpc>
              <a:spcBef>
                <a:spcPts val="1000"/>
              </a:spcBef>
              <a:spcAft>
                <a:spcPts val="0"/>
              </a:spcAft>
              <a:buClr>
                <a:schemeClr val="dk2"/>
              </a:buClr>
              <a:buSzPts val="3200"/>
              <a:buFont typeface="Arial"/>
              <a:buChar char="•"/>
              <a:defRPr sz="3200" b="0" i="0" u="none" strike="noStrike" cap="none">
                <a:solidFill>
                  <a:schemeClr val="dk2"/>
                </a:solidFill>
                <a:latin typeface="Arial"/>
                <a:ea typeface="Arial"/>
                <a:cs typeface="Arial"/>
                <a:sym typeface="Arial"/>
              </a:defRPr>
            </a:lvl5pPr>
            <a:lvl6pPr marL="2743200" marR="0" lvl="5"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Arial"/>
                <a:ea typeface="Arial"/>
                <a:cs typeface="Arial"/>
                <a:sym typeface="Arial"/>
              </a:defRPr>
            </a:lvl9pPr>
          </a:lstStyle>
          <a:p>
            <a:endParaRPr/>
          </a:p>
        </p:txBody>
      </p:sp>
      <p:sp>
        <p:nvSpPr>
          <p:cNvPr id="229" name="Google Shape;229;p67"/>
          <p:cNvSpPr/>
          <p:nvPr/>
        </p:nvSpPr>
        <p:spPr>
          <a:xfrm>
            <a:off x="8410551" y="257175"/>
            <a:ext cx="105826" cy="103875"/>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75"/>
              <a:buFont typeface="Arial"/>
              <a:buNone/>
            </a:pPr>
            <a:fld id="{00000000-1234-1234-1234-123412341234}" type="slidenum">
              <a:rPr lang="en" sz="675" b="0" i="0" u="none" strike="noStrike" cap="none">
                <a:solidFill>
                  <a:schemeClr val="accent6"/>
                </a:solidFill>
                <a:latin typeface="Arial"/>
                <a:ea typeface="Arial"/>
                <a:cs typeface="Arial"/>
                <a:sym typeface="Arial"/>
              </a:rPr>
              <a:t>‹#›</a:t>
            </a:fld>
            <a:endParaRPr sz="675" b="0" i="0" u="none" strike="noStrike" cap="none">
              <a:solidFill>
                <a:schemeClr val="accent6"/>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6" r:id="rId35"/>
    <p:sldLayoutId id="2147483747" r:id="rId36"/>
    <p:sldLayoutId id="2147483749" r:id="rId37"/>
    <p:sldLayoutId id="2147483750" r:id="rId3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
          <p15:clr>
            <a:srgbClr val="F26B43"/>
          </p15:clr>
        </p15:guide>
        <p15:guide id="2" pos="287">
          <p15:clr>
            <a:srgbClr val="F26B43"/>
          </p15:clr>
        </p15:guide>
        <p15:guide id="3" pos="395">
          <p15:clr>
            <a:srgbClr val="F26B43"/>
          </p15:clr>
        </p15:guide>
        <p15:guide id="4" pos="179">
          <p15:clr>
            <a:srgbClr val="F26B43"/>
          </p15:clr>
        </p15:guide>
        <p15:guide id="5" pos="5581">
          <p15:clr>
            <a:srgbClr val="F26B43"/>
          </p15:clr>
        </p15:guide>
        <p15:guide id="6" pos="5473">
          <p15:clr>
            <a:srgbClr val="F26B43"/>
          </p15:clr>
        </p15:guide>
        <p15:guide id="7" pos="5365">
          <p15:clr>
            <a:srgbClr val="F26B43"/>
          </p15:clr>
        </p15:guide>
        <p15:guide id="8" orient="horz" pos="2916">
          <p15:clr>
            <a:srgbClr val="F26B43"/>
          </p15:clr>
        </p15:guide>
        <p15:guide id="9" orient="horz" pos="3078">
          <p15:clr>
            <a:srgbClr val="F26B43"/>
          </p15:clr>
        </p15:guide>
        <p15:guide id="10" orient="horz" pos="27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108"/>
          <p:cNvSpPr/>
          <p:nvPr/>
        </p:nvSpPr>
        <p:spPr>
          <a:xfrm>
            <a:off x="0" y="0"/>
            <a:ext cx="9144000" cy="5143500"/>
          </a:xfrm>
          <a:prstGeom prst="rect">
            <a:avLst/>
          </a:prstGeom>
          <a:solidFill>
            <a:schemeClr val="lt1"/>
          </a:solidFill>
          <a:ln>
            <a:noFill/>
          </a:ln>
        </p:spPr>
        <p:txBody>
          <a:bodyPr spcFirstLastPara="1" wrap="square" lIns="34300" tIns="17150" rIns="34300" bIns="1715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64" name="Google Shape;364;p108"/>
          <p:cNvCxnSpPr/>
          <p:nvPr/>
        </p:nvCxnSpPr>
        <p:spPr>
          <a:xfrm rot="10800000">
            <a:off x="7144388" y="3779300"/>
            <a:ext cx="1029000" cy="0"/>
          </a:xfrm>
          <a:prstGeom prst="straightConnector1">
            <a:avLst/>
          </a:prstGeom>
          <a:noFill/>
          <a:ln w="76200" cap="flat" cmpd="sng">
            <a:solidFill>
              <a:schemeClr val="accent1"/>
            </a:solidFill>
            <a:prstDash val="solid"/>
            <a:miter lim="800000"/>
            <a:headEnd type="none" w="sm" len="sm"/>
            <a:tailEnd type="none" w="sm" len="sm"/>
          </a:ln>
        </p:spPr>
      </p:cxnSp>
      <p:sp>
        <p:nvSpPr>
          <p:cNvPr id="365" name="Google Shape;365;p108"/>
          <p:cNvSpPr txBox="1"/>
          <p:nvPr/>
        </p:nvSpPr>
        <p:spPr>
          <a:xfrm>
            <a:off x="627623" y="2571750"/>
            <a:ext cx="7545900" cy="496200"/>
          </a:xfrm>
          <a:prstGeom prst="rect">
            <a:avLst/>
          </a:prstGeom>
          <a:noFill/>
          <a:ln>
            <a:noFill/>
          </a:ln>
        </p:spPr>
        <p:txBody>
          <a:bodyPr spcFirstLastPara="1" wrap="square" lIns="34300" tIns="17150" rIns="34300" bIns="17150" anchor="b" anchorCtr="0">
            <a:noAutofit/>
          </a:bodyPr>
          <a:lstStyle/>
          <a:p>
            <a:pPr algn="r"/>
            <a:r>
              <a:rPr lang="en-US" sz="1200" dirty="0">
                <a:solidFill>
                  <a:schemeClr val="dk1"/>
                </a:solidFill>
              </a:rPr>
              <a:t>CRO | AMU | LP | Next Gen 360 Campaign | /military-degrees/overview (10893)</a:t>
            </a:r>
            <a:r>
              <a:rPr lang="en-US" sz="1200" err="1">
                <a:solidFill>
                  <a:schemeClr val="dk1"/>
                </a:solidFill>
              </a:rPr>
              <a:t/>
            </a:r>
            <a:r>
              <a:rPr lang="en-US" sz="1200" dirty="0">
                <a:solidFill>
                  <a:schemeClr val="dk1"/>
                </a:solidFill>
              </a:rPr>
              <a:t/>
            </a:r>
          </a:p>
          <a:p>
            <a:pPr marL="0" marR="0" lvl="0" indent="0" algn="r" rtl="0">
              <a:lnSpc>
                <a:spcPct val="100000"/>
              </a:lnSpc>
              <a:spcBef>
                <a:spcPts val="0"/>
              </a:spcBef>
              <a:spcAft>
                <a:spcPts val="0"/>
              </a:spcAft>
              <a:buClr>
                <a:srgbClr val="000000"/>
              </a:buClr>
              <a:buSzPts val="3400"/>
              <a:buFont typeface="Arial"/>
              <a:buNone/>
            </a:pPr>
            <a:endParaRPr sz="300" b="0" i="0" u="none" strike="noStrike" cap="none">
              <a:solidFill>
                <a:schemeClr val="dk1"/>
              </a:solidFill>
              <a:latin typeface="Arial"/>
              <a:ea typeface="Arial"/>
              <a:cs typeface="Arial"/>
              <a:sym typeface="Arial"/>
            </a:endParaRPr>
          </a:p>
        </p:txBody>
      </p:sp>
      <p:sp>
        <p:nvSpPr>
          <p:cNvPr id="366" name="Google Shape;366;p108"/>
          <p:cNvSpPr txBox="1"/>
          <p:nvPr/>
        </p:nvSpPr>
        <p:spPr>
          <a:xfrm>
            <a:off x="627623" y="3200400"/>
            <a:ext cx="7545900" cy="242400"/>
          </a:xfrm>
          <a:prstGeom prst="rect">
            <a:avLst/>
          </a:prstGeom>
          <a:noFill/>
          <a:ln>
            <a:noFill/>
          </a:ln>
        </p:spPr>
        <p:txBody>
          <a:bodyPr spcFirstLastPara="1" wrap="square" lIns="34300" tIns="17150" rIns="34300" bIns="17150" anchor="ctr" anchorCtr="0">
            <a:noAutofit/>
          </a:bodyPr>
          <a:lstStyle/>
          <a:p>
            <a:pPr algn="r">
              <a:buSzPts val="1700"/>
            </a:pPr>
            <a:r>
              <a:rPr lang="en" sz="1700" dirty="0">
                <a:solidFill>
                  <a:schemeClr val="dk1"/>
                </a:solidFill>
              </a:rPr>
              <a:t>American Military University</a:t>
            </a:r>
            <a:r>
              <a:rPr lang="en" sz="1700" b="0" i="0" u="none" strike="noStrike" cap="none" dirty="0">
                <a:solidFill>
                  <a:schemeClr val="dk1"/>
                </a:solidFill>
                <a:latin typeface="Arial"/>
                <a:ea typeface="Arial"/>
                <a:cs typeface="Arial"/>
                <a:sym typeface="Arial"/>
              </a:rPr>
              <a:t/>
            </a:r>
            <a:endParaRPr sz="500" b="0" i="0" u="none" strike="noStrike" cap="none" dirty="0">
              <a:solidFill>
                <a:schemeClr val="dk1"/>
              </a:solidFill>
              <a:latin typeface="Arial"/>
              <a:ea typeface="Arial"/>
              <a:cs typeface="Arial"/>
              <a:sym typeface="Arial"/>
            </a:endParaRPr>
          </a:p>
        </p:txBody>
      </p:sp>
      <p:sp>
        <p:nvSpPr>
          <p:cNvPr id="367" name="Google Shape;367;p108"/>
          <p:cNvSpPr txBox="1"/>
          <p:nvPr/>
        </p:nvSpPr>
        <p:spPr>
          <a:xfrm>
            <a:off x="627623" y="4060936"/>
            <a:ext cx="7545900" cy="204300"/>
          </a:xfrm>
          <a:prstGeom prst="rect">
            <a:avLst/>
          </a:prstGeom>
          <a:noFill/>
          <a:ln>
            <a:noFill/>
          </a:ln>
        </p:spPr>
        <p:txBody>
          <a:bodyPr spcFirstLastPara="1" wrap="square" lIns="34300" tIns="17150" rIns="34300" bIns="1715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 sz="1100" b="0" i="0" u="none" strike="noStrike" cap="none" dirty="0">
                <a:solidFill>
                  <a:schemeClr val="dk1"/>
                </a:solidFill>
                <a:latin typeface="Arial"/>
                <a:ea typeface="Arial"/>
                <a:cs typeface="Arial"/>
                <a:sym typeface="Arial"/>
              </a:rPr>
              <a:t>CRO  | 2026</a:t>
            </a:r>
            <a:r>
              <a:rPr lang="en" sz="1100" dirty="0">
                <a:solidFill>
                  <a:schemeClr val="dk1"/>
                </a:solidFill>
              </a:rPr>
              <a:t/>
            </a:r>
            <a:endParaRPr sz="500" b="0" i="0" u="none" strike="noStrike" cap="none" dirty="0">
              <a:solidFill>
                <a:schemeClr val="dk1"/>
              </a:solidFill>
              <a:latin typeface="Arial"/>
              <a:ea typeface="Arial"/>
              <a:cs typeface="Arial"/>
              <a:sym typeface="Arial"/>
            </a:endParaRPr>
          </a:p>
        </p:txBody>
      </p:sp>
      <p:pic>
        <p:nvPicPr>
          <p:cNvPr id="368" name="Google Shape;368;p108"/>
          <p:cNvPicPr preferRelativeResize="0"/>
          <p:nvPr/>
        </p:nvPicPr>
        <p:blipFill rotWithShape="1">
          <a:blip r:embed="rId3">
            <a:alphaModFix/>
          </a:blip>
          <a:srcRect/>
          <a:stretch/>
        </p:blipFill>
        <p:spPr>
          <a:xfrm>
            <a:off x="627671" y="600075"/>
            <a:ext cx="1371598" cy="555497"/>
          </a:xfrm>
          <a:prstGeom prst="rect">
            <a:avLst/>
          </a:prstGeom>
          <a:noFill/>
          <a:ln>
            <a:noFill/>
          </a:ln>
        </p:spPr>
      </p:pic>
      <p:sp>
        <p:nvSpPr>
          <p:cNvPr id="369" name="Google Shape;369;p108"/>
          <p:cNvSpPr txBox="1"/>
          <p:nvPr/>
        </p:nvSpPr>
        <p:spPr>
          <a:xfrm>
            <a:off x="189359" y="4788897"/>
            <a:ext cx="7984200" cy="142500"/>
          </a:xfrm>
          <a:prstGeom prst="rect">
            <a:avLst/>
          </a:prstGeom>
          <a:noFill/>
          <a:ln>
            <a:noFill/>
          </a:ln>
        </p:spPr>
        <p:txBody>
          <a:bodyPr spcFirstLastPara="1" wrap="square" lIns="34300" tIns="17150" rIns="34300" bIns="17150" anchor="t" anchorCtr="0">
            <a:spAutoFit/>
          </a:bodyPr>
          <a:lstStyle/>
          <a:p>
            <a:pPr marL="0" marR="0" lvl="0" indent="0" algn="r" rtl="0">
              <a:lnSpc>
                <a:spcPct val="100000"/>
              </a:lnSpc>
              <a:spcBef>
                <a:spcPts val="0"/>
              </a:spcBef>
              <a:spcAft>
                <a:spcPts val="0"/>
              </a:spcAft>
              <a:buClr>
                <a:srgbClr val="000000"/>
              </a:buClr>
              <a:buSzPts val="700"/>
              <a:buFont typeface="Arial"/>
              <a:buNone/>
            </a:pPr>
            <a:r>
              <a:rPr lang="en" sz="700" b="0" i="1" u="none" strike="noStrike" cap="none">
                <a:solidFill>
                  <a:schemeClr val="accent6"/>
                </a:solidFill>
                <a:latin typeface="Arial"/>
                <a:ea typeface="Arial"/>
                <a:cs typeface="Arial"/>
                <a:sym typeface="Arial"/>
              </a:rPr>
              <a:t>American Public Education Inc. Do Not Distribute.</a:t>
            </a:r>
            <a:endParaRPr sz="5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47848E-0917-6B51-4041-95E6DB28EE00}"/>
              </a:ext>
            </a:extLst>
          </p:cNvPr>
          <p:cNvSpPr/>
          <p:nvPr/>
        </p:nvSpPr>
        <p:spPr>
          <a:xfrm>
            <a:off x="202367" y="0"/>
            <a:ext cx="112427" cy="94438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PK" sz="1013"/>
          </a:p>
        </p:txBody>
      </p:sp>
      <p:sp>
        <p:nvSpPr>
          <p:cNvPr id="4" name="Rectangle 3">
            <a:extLst>
              <a:ext uri="{FF2B5EF4-FFF2-40B4-BE49-F238E27FC236}">
                <a16:creationId xmlns:a16="http://schemas.microsoft.com/office/drawing/2014/main" id="{183D8F1D-A9BC-C6E1-826E-840694C289C7}"/>
              </a:ext>
            </a:extLst>
          </p:cNvPr>
          <p:cNvSpPr/>
          <p:nvPr/>
        </p:nvSpPr>
        <p:spPr>
          <a:xfrm>
            <a:off x="8248455" y="94117"/>
            <a:ext cx="751246" cy="22067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48006" rIns="0" rtlCol="0" anchor="ct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675">
                <a:latin typeface="Montserrat"/>
              </a:rPr>
              <a:t>RESULTS</a:t>
            </a:r>
            <a:endParaRPr lang="en-US" sz="675"/>
          </a:p>
        </p:txBody>
      </p:sp>
      <p:sp>
        <p:nvSpPr>
          <p:cNvPr id="5" name="Right Triangle 4">
            <a:extLst>
              <a:ext uri="{FF2B5EF4-FFF2-40B4-BE49-F238E27FC236}">
                <a16:creationId xmlns:a16="http://schemas.microsoft.com/office/drawing/2014/main" id="{76EB5F62-F82F-C036-BCBE-534ADAAE9BBA}"/>
              </a:ext>
            </a:extLst>
          </p:cNvPr>
          <p:cNvSpPr/>
          <p:nvPr/>
        </p:nvSpPr>
        <p:spPr>
          <a:xfrm flipV="1">
            <a:off x="8874307" y="314792"/>
            <a:ext cx="127284" cy="115260"/>
          </a:xfrm>
          <a:prstGeom prst="rtTriangl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6" name="TextBox 5">
            <a:extLst>
              <a:ext uri="{FF2B5EF4-FFF2-40B4-BE49-F238E27FC236}">
                <a16:creationId xmlns:a16="http://schemas.microsoft.com/office/drawing/2014/main" id="{B1837C0F-9129-7526-7713-75E2BAB50D8A}"/>
              </a:ext>
            </a:extLst>
          </p:cNvPr>
          <p:cNvSpPr txBox="1"/>
          <p:nvPr/>
        </p:nvSpPr>
        <p:spPr>
          <a:xfrm>
            <a:off x="314794" y="314793"/>
            <a:ext cx="8440829" cy="276999"/>
          </a:xfrm>
          <a:prstGeom prst="rect">
            <a:avLst/>
          </a:prstGeom>
          <a:noFill/>
        </p:spPr>
        <p:txBody>
          <a:bodyPr wrap="square" lIns="91440" tIns="45720" rIns="91440" bIns="45720" anchor="t">
            <a:spAutoFit/>
          </a:bodyP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200" dirty="0">
                <a:solidFill>
                  <a:schemeClr val="dk1"/>
                </a:solidFill>
                <a:latin typeface="Arial"/>
                <a:cs typeface="Arial"/>
              </a:rPr>
              <a:t>CRO | AMU | LP | Next Gen 360 Campaign | /military-degrees/overview (10893)</a:t>
            </a:r>
            <a:r>
              <a:rPr lang="en-US" sz="1200" dirty="0" err="1">
                <a:solidFill>
                  <a:schemeClr val="dk1"/>
                </a:solidFill>
                <a:latin typeface="Arial"/>
                <a:cs typeface="Arial"/>
              </a:rPr>
              <a:t/>
            </a:r>
            <a:r>
              <a:rPr lang="en-US" sz="1200" dirty="0">
                <a:solidFill>
                  <a:schemeClr val="dk1"/>
                </a:solidFill>
                <a:latin typeface="Arial"/>
                <a:cs typeface="Arial"/>
              </a:rPr>
              <a:t/>
            </a:r>
            <a:endParaRPr lang="en-US" dirty="0">
              <a:solidFill>
                <a:schemeClr val="dk1"/>
              </a:solidFill>
            </a:endParaRPr>
          </a:p>
        </p:txBody>
      </p:sp>
      <p:sp>
        <p:nvSpPr>
          <p:cNvPr id="3" name="Rectangle 2">
            <a:extLst>
              <a:ext uri="{FF2B5EF4-FFF2-40B4-BE49-F238E27FC236}">
                <a16:creationId xmlns:a16="http://schemas.microsoft.com/office/drawing/2014/main" id="{3E42E4CD-1F45-8F78-730B-EFBDE780494B}"/>
              </a:ext>
            </a:extLst>
          </p:cNvPr>
          <p:cNvSpPr/>
          <p:nvPr/>
        </p:nvSpPr>
        <p:spPr>
          <a:xfrm>
            <a:off x="197575" y="946480"/>
            <a:ext cx="3728397" cy="1381917"/>
          </a:xfrm>
          <a:prstGeom prst="rect">
            <a:avLst/>
          </a:prstGeom>
        </p:spPr>
        <p:txBody>
          <a:bodyPr wrap="square" lIns="91440" tIns="45720" rIns="91440" bIns="45720" anchor="t">
            <a:spAutoFit/>
          </a:bodyP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just"/>
            <a:endParaRPr lang="en-US" sz="900" dirty="0">
              <a:ea typeface="+mn-lt"/>
              <a:cs typeface="+mn-lt"/>
            </a:endParaRPr>
          </a:p>
          <a:p>
            <a:r>
              <a:rPr lang="en" sz="1100" b="1" dirty="0">
                <a:latin typeface="Source Sans Pro"/>
                <a:ea typeface="Source Sans Pro"/>
                <a:cs typeface="Arial"/>
              </a:rPr>
              <a:t>If</a:t>
            </a:r>
            <a:r>
              <a:rPr lang="en" sz="1100" dirty="0">
                <a:latin typeface="Source Sans Pro"/>
                <a:ea typeface="Source Sans Pro"/>
                <a:cs typeface="Arial"/>
              </a:rPr>
              <a:t> we use the Next Gen 360 hero image and copy, </a:t>
            </a:r>
            <a:endParaRPr lang="en-US" sz="1100">
              <a:latin typeface="Source Sans Pro"/>
              <a:ea typeface="Source Sans Pro"/>
              <a:cs typeface="Arial"/>
            </a:endParaRPr>
          </a:p>
          <a:p>
            <a:r>
              <a:rPr lang="en" sz="1100" b="1" dirty="0">
                <a:latin typeface="Source Sans Pro"/>
                <a:ea typeface="Source Sans Pro"/>
                <a:cs typeface="Arial"/>
              </a:rPr>
              <a:t>then</a:t>
            </a:r>
            <a:r>
              <a:rPr lang="en" sz="1100" dirty="0">
                <a:latin typeface="Source Sans Pro"/>
                <a:ea typeface="Source Sans Pro"/>
                <a:cs typeface="Arial"/>
              </a:rPr>
              <a:t> brand RFI will match or beat the control, </a:t>
            </a:r>
            <a:endParaRPr lang="en-US" sz="1100">
              <a:latin typeface="Source Sans Pro"/>
              <a:ea typeface="Source Sans Pro"/>
              <a:cs typeface="Arial"/>
            </a:endParaRPr>
          </a:p>
          <a:p>
            <a:r>
              <a:rPr lang="en" sz="1100" b="1" dirty="0">
                <a:latin typeface="Source Sans Pro"/>
                <a:ea typeface="Source Sans Pro"/>
                <a:cs typeface="Arial"/>
              </a:rPr>
              <a:t>because</a:t>
            </a:r>
            <a:r>
              <a:rPr lang="en" sz="1100" dirty="0">
                <a:latin typeface="Source Sans Pro"/>
                <a:ea typeface="Source Sans Pro"/>
                <a:cs typeface="Arial"/>
              </a:rPr>
              <a:t> the creative keeps the same military value proposition.</a:t>
            </a:r>
            <a:endParaRPr lang="en-US" sz="1100">
              <a:latin typeface="Source Sans Pro"/>
              <a:ea typeface="Source Sans Pro"/>
              <a:cs typeface="Arial"/>
            </a:endParaRPr>
          </a:p>
          <a:p>
            <a:pPr algn="just"/>
            <a:endParaRPr lang="en-US" sz="600" dirty="0">
              <a:latin typeface="Arial"/>
              <a:ea typeface="+mn-lt"/>
              <a:cs typeface="Arial"/>
            </a:endParaRPr>
          </a:p>
          <a:p>
            <a:pPr algn="just"/>
            <a:endParaRPr lang="en-US" sz="600" dirty="0">
              <a:latin typeface="Arial"/>
              <a:ea typeface="+mn-lt"/>
              <a:cs typeface="Arial"/>
            </a:endParaRPr>
          </a:p>
          <a:p>
            <a:pPr algn="just"/>
            <a:endParaRPr lang="en-US" sz="600" dirty="0">
              <a:latin typeface="Arial"/>
              <a:ea typeface="+mn-lt"/>
              <a:cs typeface="Arial"/>
            </a:endParaRPr>
          </a:p>
          <a:p>
            <a:pPr algn="just"/>
            <a:endParaRPr lang="en-US" sz="600" dirty="0">
              <a:latin typeface="Arial"/>
              <a:ea typeface="+mn-lt"/>
              <a:cs typeface="Arial"/>
            </a:endParaRPr>
          </a:p>
          <a:p>
            <a:pPr algn="just">
              <a:lnSpc>
                <a:spcPct val="120000"/>
              </a:lnSpc>
            </a:pPr>
            <a:endParaRPr lang="en-US" sz="600" dirty="0">
              <a:latin typeface="Poppins Light"/>
              <a:ea typeface="+mn-lt"/>
              <a:cs typeface="Poppins Light"/>
            </a:endParaRPr>
          </a:p>
        </p:txBody>
      </p:sp>
      <p:sp>
        <p:nvSpPr>
          <p:cNvPr id="9" name="Rectangle: Rounded Corners 8">
            <a:extLst>
              <a:ext uri="{FF2B5EF4-FFF2-40B4-BE49-F238E27FC236}">
                <a16:creationId xmlns:a16="http://schemas.microsoft.com/office/drawing/2014/main" id="{E4FE7BF8-AA2B-F3FF-F992-FE4F8D4D7598}"/>
              </a:ext>
            </a:extLst>
          </p:cNvPr>
          <p:cNvSpPr/>
          <p:nvPr/>
        </p:nvSpPr>
        <p:spPr>
          <a:xfrm>
            <a:off x="452399" y="795449"/>
            <a:ext cx="1350499" cy="301661"/>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6350" algn="ctr">
              <a:spcBef>
                <a:spcPts val="47"/>
              </a:spcBef>
            </a:pPr>
            <a:r>
              <a:rPr lang="en-US" sz="1050" b="1">
                <a:solidFill>
                  <a:schemeClr val="bg1"/>
                </a:solidFill>
                <a:latin typeface="Montserrat" panose="00000500000000000000" pitchFamily="2" charset="0"/>
              </a:rPr>
              <a:t>Hypothesis</a:t>
            </a:r>
            <a:endParaRPr lang="en-US" sz="1050" b="1">
              <a:solidFill>
                <a:schemeClr val="bg1"/>
              </a:solidFill>
              <a:latin typeface="Montserrat" panose="00000500000000000000" pitchFamily="2" charset="0"/>
              <a:cs typeface="Calibri"/>
            </a:endParaRPr>
          </a:p>
        </p:txBody>
      </p:sp>
      <p:sp>
        <p:nvSpPr>
          <p:cNvPr id="15" name="Rectangle: Rounded Corners 14">
            <a:extLst>
              <a:ext uri="{FF2B5EF4-FFF2-40B4-BE49-F238E27FC236}">
                <a16:creationId xmlns:a16="http://schemas.microsoft.com/office/drawing/2014/main" id="{C38B3AFF-4C10-91BB-F699-5548F7CBEBC2}"/>
              </a:ext>
            </a:extLst>
          </p:cNvPr>
          <p:cNvSpPr/>
          <p:nvPr/>
        </p:nvSpPr>
        <p:spPr>
          <a:xfrm>
            <a:off x="4388783" y="1069848"/>
            <a:ext cx="4756372" cy="3675887"/>
          </a:xfrm>
          <a:prstGeom prst="roundRect">
            <a:avLst>
              <a:gd name="adj" fmla="val 1741"/>
            </a:avLst>
          </a:prstGeom>
          <a:solidFill>
            <a:schemeClr val="bg1"/>
          </a:solidFill>
          <a:ln>
            <a:solidFill>
              <a:schemeClr val="tx1"/>
            </a:solidFill>
          </a:ln>
          <a:effectLst>
            <a:outerShdw blurRad="63500" sx="102000" sy="102000" algn="ctr"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PK" sz="1013"/>
          </a:p>
        </p:txBody>
      </p:sp>
      <p:sp>
        <p:nvSpPr>
          <p:cNvPr id="61" name="Rectangle: Rounded Corners 60">
            <a:extLst>
              <a:ext uri="{FF2B5EF4-FFF2-40B4-BE49-F238E27FC236}">
                <a16:creationId xmlns:a16="http://schemas.microsoft.com/office/drawing/2014/main" id="{C08D8158-785E-F423-133E-E8DCE80EBBA2}"/>
              </a:ext>
            </a:extLst>
          </p:cNvPr>
          <p:cNvSpPr/>
          <p:nvPr/>
        </p:nvSpPr>
        <p:spPr>
          <a:xfrm>
            <a:off x="324428" y="2252749"/>
            <a:ext cx="3861475" cy="1215521"/>
          </a:xfrm>
          <a:prstGeom prst="roundRect">
            <a:avLst>
              <a:gd name="adj" fmla="val 3004"/>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PK" sz="1013"/>
          </a:p>
        </p:txBody>
      </p:sp>
      <p:graphicFrame>
        <p:nvGraphicFramePr>
          <p:cNvPr id="62" name="Table 61">
            <a:extLst>
              <a:ext uri="{FF2B5EF4-FFF2-40B4-BE49-F238E27FC236}">
                <a16:creationId xmlns:a16="http://schemas.microsoft.com/office/drawing/2014/main" id="{EEEA39DA-7AD0-8C5A-16D0-2D0B44FF7B0B}"/>
              </a:ext>
            </a:extLst>
          </p:cNvPr>
          <p:cNvGraphicFramePr>
            <a:graphicFrameLocks noGrp="1"/>
          </p:cNvGraphicFramePr>
          <p:nvPr>
            <p:extLst>
              <p:ext uri="{D42A27DB-BD31-4B8C-83A1-F6EECF244321}">
                <p14:modId xmlns:p14="http://schemas.microsoft.com/office/powerpoint/2010/main" val="160881903"/>
              </p:ext>
            </p:extLst>
          </p:nvPr>
        </p:nvGraphicFramePr>
        <p:xfrm>
          <a:off x="450949" y="2277070"/>
          <a:ext cx="3627266" cy="1253020"/>
        </p:xfrm>
        <a:graphic>
          <a:graphicData uri="http://schemas.openxmlformats.org/drawingml/2006/table">
            <a:tbl>
              <a:tblPr firstRow="1" bandRow="1">
                <a:tableStyleId>{5C22544A-7EE6-4342-B048-85BDC9FD1C3A}</a:tableStyleId>
              </a:tblPr>
              <a:tblGrid>
                <a:gridCol w="1879484">
                  <a:extLst>
                    <a:ext uri="{9D8B030D-6E8A-4147-A177-3AD203B41FA5}">
                      <a16:colId xmlns:a16="http://schemas.microsoft.com/office/drawing/2014/main" val="2990207876"/>
                    </a:ext>
                  </a:extLst>
                </a:gridCol>
                <a:gridCol w="1747782">
                  <a:extLst>
                    <a:ext uri="{9D8B030D-6E8A-4147-A177-3AD203B41FA5}">
                      <a16:colId xmlns:a16="http://schemas.microsoft.com/office/drawing/2014/main" val="1345111600"/>
                    </a:ext>
                  </a:extLst>
                </a:gridCol>
              </a:tblGrid>
              <a:tr h="224320">
                <a:tc>
                  <a:txBody>
                    <a:bodyPr/>
                    <a:lstStyle/>
                    <a:p>
                      <a:pPr algn="ctr"/>
                      <a:r>
                        <a:rPr lang="en-US" sz="900" b="0" dirty="0">
                          <a:solidFill>
                            <a:schemeClr val="bg1"/>
                          </a:solidFill>
                          <a:latin typeface="Montserrat"/>
                          <a:ea typeface="+mn-lt"/>
                          <a:cs typeface="+mn-lt"/>
                        </a:rPr>
                        <a:t>Brand RFI Lift (New Hero):</a:t>
                      </a:r>
                      <a:endParaRPr lang="en-PK" sz="900" b="0" dirty="0">
                        <a:solidFill>
                          <a:schemeClr val="bg1"/>
                        </a:solidFill>
                        <a:latin typeface="Montserrat"/>
                      </a:endParaRPr>
                    </a:p>
                  </a:txBody>
                  <a:tcPr marL="68580" marR="68580" marT="34290" marB="34290">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100" b="1" dirty="0">
                          <a:solidFill>
                            <a:srgbClr val="FFFFFF"/>
                          </a:solidFill>
                          <a:latin typeface="Montserrat"/>
                          <a:ea typeface="+mn-lt"/>
                          <a:cs typeface="+mn-lt"/>
                        </a:rPr>
                        <a:t>+2.05%</a:t>
                      </a:r>
                      <a:endParaRPr lang="en-PK" sz="1100" b="1" dirty="0">
                        <a:solidFill>
                          <a:srgbClr val="00B050"/>
                        </a:solidFill>
                        <a:latin typeface="Montserrat" panose="00000500000000000000" pitchFamily="2" charset="0"/>
                      </a:endParaRPr>
                    </a:p>
                  </a:txBody>
                  <a:tcPr marL="68580" marR="68580" marT="34290" marB="34290">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0165798"/>
                  </a:ext>
                </a:extLst>
              </a:tr>
              <a:tr h="224320">
                <a:tc>
                  <a:txBody>
                    <a:bodyPr/>
                    <a:lstStyle/>
                    <a:p>
                      <a:pPr algn="ctr"/>
                      <a:r>
                        <a:rPr lang="en-US" sz="900" b="0" dirty="0">
                          <a:solidFill>
                            <a:schemeClr val="bg1"/>
                          </a:solidFill>
                          <a:latin typeface="Montserrat"/>
                        </a:rPr>
                        <a:t>All Traffic RFI Lift (New Copy):</a:t>
                      </a:r>
                      <a:endParaRPr lang="en-PK" sz="900" b="0" dirty="0">
                        <a:solidFill>
                          <a:schemeClr val="bg1"/>
                        </a:solidFill>
                        <a:latin typeface="Montserrat" panose="00000500000000000000" pitchFamily="2" charset="0"/>
                      </a:endParaRPr>
                    </a:p>
                  </a:txBody>
                  <a:tcPr marL="68580" marR="68580" marT="34290" marB="34290">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100" b="1" kern="1200" dirty="0">
                          <a:solidFill>
                            <a:srgbClr val="FFFFFF"/>
                          </a:solidFill>
                          <a:latin typeface="Montserrat"/>
                          <a:ea typeface="Source Sans Pro Semibold"/>
                          <a:cs typeface="+mn-cs"/>
                        </a:rPr>
                        <a:t>+4.58%</a:t>
                      </a:r>
                    </a:p>
                  </a:txBody>
                  <a:tcPr marL="68580" marR="68580" marT="34290" marB="34290">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3654179"/>
                  </a:ext>
                </a:extLst>
              </a:tr>
              <a:tr h="224320">
                <a:tc>
                  <a:txBody>
                    <a:bodyPr/>
                    <a:lstStyle/>
                    <a:p>
                      <a:pPr algn="ctr"/>
                      <a:r>
                        <a:rPr lang="en-US" sz="900" b="0" dirty="0">
                          <a:solidFill>
                            <a:schemeClr val="bg1"/>
                          </a:solidFill>
                          <a:latin typeface="Montserrat"/>
                        </a:rPr>
                        <a:t>Statistical Significance:</a:t>
                      </a:r>
                      <a:endParaRPr lang="en-PK" sz="900" b="0" dirty="0">
                        <a:solidFill>
                          <a:schemeClr val="bg1"/>
                        </a:solidFill>
                        <a:latin typeface="Montserrat"/>
                      </a:endParaRPr>
                    </a:p>
                  </a:txBody>
                  <a:tcPr marL="68580" marR="68580" marT="34290" marB="34290">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bg1"/>
                          </a:solidFill>
                          <a:latin typeface="Montserrat"/>
                          <a:ea typeface="Source Sans Pro Semibold"/>
                          <a:cs typeface="+mn-cs"/>
                        </a:rPr>
                        <a:t>Below 90% on RFI (max 69%)</a:t>
                      </a:r>
                      <a:endParaRPr lang="en-US" sz="900" b="0" kern="1200" dirty="0">
                        <a:solidFill>
                          <a:schemeClr val="bg1"/>
                        </a:solidFill>
                        <a:latin typeface="Montserrat" panose="00000500000000000000" pitchFamily="2" charset="0"/>
                        <a:ea typeface="Source Sans Pro Semibold" charset="0"/>
                        <a:cs typeface="Source Sans Pro Semibold" charset="0"/>
                      </a:endParaRPr>
                    </a:p>
                  </a:txBody>
                  <a:tcPr marL="68580" marR="68580" marT="34290" marB="34290">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6221391"/>
                  </a:ext>
                </a:extLst>
              </a:tr>
              <a:tr h="274973">
                <a:tc>
                  <a:txBody>
                    <a:bodyPr/>
                    <a:lstStyle/>
                    <a:p>
                      <a:pPr algn="ctr"/>
                      <a:r>
                        <a:rPr lang="en-US" sz="900" b="0" dirty="0">
                          <a:solidFill>
                            <a:schemeClr val="bg1"/>
                          </a:solidFill>
                          <a:latin typeface="Montserrat"/>
                        </a:rPr>
                        <a:t>Annualized Incremental Revenue:</a:t>
                      </a:r>
                      <a:endParaRPr lang="en-PK" sz="900" b="0" dirty="0">
                        <a:solidFill>
                          <a:schemeClr val="bg1"/>
                        </a:solidFill>
                        <a:latin typeface="Montserrat"/>
                      </a:endParaRPr>
                    </a:p>
                  </a:txBody>
                  <a:tcPr marL="68580" marR="68580" marT="34290" marB="34290">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900" b="0" kern="1200" dirty="0">
                          <a:solidFill>
                            <a:schemeClr val="bg1"/>
                          </a:solidFill>
                          <a:latin typeface="Montserrat"/>
                          <a:ea typeface="Source Sans Pro Semibold"/>
                          <a:cs typeface="+mn-cs"/>
                        </a:rPr>
                        <a:t>$0 (shipped, not credited)</a:t>
                      </a:r>
                    </a:p>
                  </a:txBody>
                  <a:tcPr marL="68580" marR="68580" marT="34290" marB="34290">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80458425"/>
                  </a:ext>
                </a:extLst>
              </a:tr>
            </a:tbl>
          </a:graphicData>
        </a:graphic>
      </p:graphicFrame>
      <p:sp>
        <p:nvSpPr>
          <p:cNvPr id="63" name="Rectangle 62">
            <a:extLst>
              <a:ext uri="{FF2B5EF4-FFF2-40B4-BE49-F238E27FC236}">
                <a16:creationId xmlns:a16="http://schemas.microsoft.com/office/drawing/2014/main" id="{28FD9829-9569-780C-A4C1-EBD7FDFEB0E8}"/>
              </a:ext>
            </a:extLst>
          </p:cNvPr>
          <p:cNvSpPr/>
          <p:nvPr/>
        </p:nvSpPr>
        <p:spPr>
          <a:xfrm>
            <a:off x="146780" y="3708140"/>
            <a:ext cx="4054146" cy="1239360"/>
          </a:xfrm>
          <a:prstGeom prst="rect">
            <a:avLst/>
          </a:prstGeom>
          <a:solidFill>
            <a:schemeClr val="bg1"/>
          </a:solidFill>
          <a:ln>
            <a:noFill/>
          </a:ln>
          <a:effectLst>
            <a:outerShdw blurRad="635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00" dirty="0">
              <a:cs typeface="Arial"/>
            </a:endParaRPr>
          </a:p>
          <a:p>
            <a:pPr algn="ctr"/>
            <a:endParaRPr lang="en-US" sz="1000" dirty="0">
              <a:cs typeface="Arial"/>
            </a:endParaRPr>
          </a:p>
        </p:txBody>
      </p:sp>
      <p:sp>
        <p:nvSpPr>
          <p:cNvPr id="64" name="Freeform 29">
            <a:extLst>
              <a:ext uri="{FF2B5EF4-FFF2-40B4-BE49-F238E27FC236}">
                <a16:creationId xmlns:a16="http://schemas.microsoft.com/office/drawing/2014/main" id="{2F8AE391-8D06-E9CD-6778-3B6F041AADA4}"/>
              </a:ext>
            </a:extLst>
          </p:cNvPr>
          <p:cNvSpPr>
            <a:spLocks noChangeAspect="1"/>
          </p:cNvSpPr>
          <p:nvPr/>
        </p:nvSpPr>
        <p:spPr bwMode="auto">
          <a:xfrm>
            <a:off x="145688" y="3710229"/>
            <a:ext cx="1567935" cy="1247480"/>
          </a:xfrm>
          <a:custGeom>
            <a:avLst/>
            <a:gdLst>
              <a:gd name="connsiteX0" fmla="*/ 0 w 1967831"/>
              <a:gd name="connsiteY0" fmla="*/ 0 h 894457"/>
              <a:gd name="connsiteX1" fmla="*/ 1967831 w 1967831"/>
              <a:gd name="connsiteY1" fmla="*/ 0 h 894457"/>
              <a:gd name="connsiteX2" fmla="*/ 1967831 w 1967831"/>
              <a:gd name="connsiteY2" fmla="*/ 4 h 894457"/>
              <a:gd name="connsiteX3" fmla="*/ 1912925 w 1967831"/>
              <a:gd name="connsiteY3" fmla="*/ 95108 h 894457"/>
              <a:gd name="connsiteX4" fmla="*/ 1485633 w 1967831"/>
              <a:gd name="connsiteY4" fmla="*/ 835240 h 894457"/>
              <a:gd name="connsiteX5" fmla="*/ 1383656 w 1967831"/>
              <a:gd name="connsiteY5" fmla="*/ 894457 h 894457"/>
              <a:gd name="connsiteX6" fmla="*/ 124653 w 1967831"/>
              <a:gd name="connsiteY6" fmla="*/ 894457 h 894457"/>
              <a:gd name="connsiteX7" fmla="*/ 0 w 1967831"/>
              <a:gd name="connsiteY7" fmla="*/ 894457 h 894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67831" h="894457">
                <a:moveTo>
                  <a:pt x="0" y="0"/>
                </a:moveTo>
                <a:lnTo>
                  <a:pt x="1967831" y="0"/>
                </a:lnTo>
                <a:lnTo>
                  <a:pt x="1967831" y="4"/>
                </a:lnTo>
                <a:lnTo>
                  <a:pt x="1912925" y="95108"/>
                </a:lnTo>
                <a:cubicBezTo>
                  <a:pt x="1812872" y="268414"/>
                  <a:pt x="1675165" y="506943"/>
                  <a:pt x="1485633" y="835240"/>
                </a:cubicBezTo>
                <a:cubicBezTo>
                  <a:pt x="1464942" y="872251"/>
                  <a:pt x="1426516" y="894457"/>
                  <a:pt x="1383656" y="894457"/>
                </a:cubicBezTo>
                <a:cubicBezTo>
                  <a:pt x="1383656" y="894457"/>
                  <a:pt x="1383656" y="894457"/>
                  <a:pt x="124653" y="894457"/>
                </a:cubicBezTo>
                <a:lnTo>
                  <a:pt x="0" y="894457"/>
                </a:lnTo>
                <a:close/>
              </a:path>
            </a:pathLst>
          </a:custGeom>
          <a:solidFill>
            <a:schemeClr val="tx1"/>
          </a:solidFill>
          <a:ln>
            <a:noFill/>
          </a:ln>
          <a:effectLst>
            <a:innerShdw blurRad="63500" dist="12700" dir="2700000">
              <a:prstClr val="black">
                <a:alpha val="40000"/>
              </a:prstClr>
            </a:innerShdw>
          </a:effectLst>
        </p:spPr>
        <p:txBody>
          <a:bodyPr vert="horz" wrap="square" lIns="68580" tIns="34290" rIns="68580" bIns="34290" numCol="1" anchor="t" anchorCtr="0" compatLnSpc="1">
            <a:prstTxWarp prst="textNoShape">
              <a:avLst/>
            </a:prstTxWarp>
            <a:noAutofit/>
          </a:bodyP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endParaRPr lang="en-US" sz="1013"/>
          </a:p>
        </p:txBody>
      </p:sp>
      <p:sp>
        <p:nvSpPr>
          <p:cNvPr id="65" name="TextBox 64">
            <a:extLst>
              <a:ext uri="{FF2B5EF4-FFF2-40B4-BE49-F238E27FC236}">
                <a16:creationId xmlns:a16="http://schemas.microsoft.com/office/drawing/2014/main" id="{2DC9A1A5-A6FB-9E89-F2CF-C376B12C9C89}"/>
              </a:ext>
            </a:extLst>
          </p:cNvPr>
          <p:cNvSpPr txBox="1"/>
          <p:nvPr/>
        </p:nvSpPr>
        <p:spPr>
          <a:xfrm flipH="1">
            <a:off x="182797" y="3903241"/>
            <a:ext cx="874009" cy="276999"/>
          </a:xfrm>
          <a:prstGeom prst="rect">
            <a:avLst/>
          </a:prstGeom>
          <a:noFill/>
        </p:spPr>
        <p:txBody>
          <a:bodyPr wrap="square" rtlCol="0">
            <a:spAutoFit/>
          </a:bodyP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6350" marR="2540"/>
            <a:r>
              <a:rPr lang="en-US" sz="1200" b="1">
                <a:solidFill>
                  <a:schemeClr val="bg1"/>
                </a:solidFill>
                <a:latin typeface="Montserrat" panose="00000500000000000000" pitchFamily="2" charset="0"/>
                <a:ea typeface="Open Sans"/>
                <a:cs typeface="Open Sans"/>
              </a:rPr>
              <a:t>Result</a:t>
            </a:r>
            <a:r>
              <a:rPr lang="en-US" sz="1200">
                <a:solidFill>
                  <a:schemeClr val="bg1"/>
                </a:solidFill>
                <a:latin typeface="Montserrat" panose="00000500000000000000" pitchFamily="2" charset="0"/>
                <a:ea typeface="Open Sans"/>
                <a:cs typeface="Open Sans"/>
              </a:rPr>
              <a:t>:</a:t>
            </a:r>
            <a:endParaRPr lang="en-US" sz="1200">
              <a:solidFill>
                <a:schemeClr val="bg1"/>
              </a:solidFill>
              <a:latin typeface="Montserrat" panose="00000500000000000000" pitchFamily="2" charset="0"/>
              <a:cs typeface="Arial"/>
            </a:endParaRPr>
          </a:p>
        </p:txBody>
      </p:sp>
      <p:sp>
        <p:nvSpPr>
          <p:cNvPr id="66" name="Rectangle 65">
            <a:extLst>
              <a:ext uri="{FF2B5EF4-FFF2-40B4-BE49-F238E27FC236}">
                <a16:creationId xmlns:a16="http://schemas.microsoft.com/office/drawing/2014/main" id="{97F10758-9898-8F3C-BF48-648B02FBE5A1}"/>
              </a:ext>
            </a:extLst>
          </p:cNvPr>
          <p:cNvSpPr/>
          <p:nvPr/>
        </p:nvSpPr>
        <p:spPr>
          <a:xfrm>
            <a:off x="1646275" y="3704062"/>
            <a:ext cx="2528508" cy="184139"/>
          </a:xfrm>
          <a:prstGeom prst="rect">
            <a:avLst/>
          </a:prstGeom>
        </p:spPr>
        <p:txBody>
          <a:bodyPr wrap="square" lIns="91440" tIns="45720" rIns="91440" bIns="45720" anchor="t">
            <a:spAutoFit/>
          </a:bodyPr>
          <a:lst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just">
              <a:lnSpc>
                <a:spcPct val="120000"/>
              </a:lnSpc>
            </a:pPr>
            <a:endParaRPr lang="en-US" sz="800">
              <a:cs typeface="Arial"/>
            </a:endParaRPr>
          </a:p>
        </p:txBody>
      </p:sp>
      <p:sp>
        <p:nvSpPr>
          <p:cNvPr id="12" name="TextBox 11">
            <a:extLst>
              <a:ext uri="{FF2B5EF4-FFF2-40B4-BE49-F238E27FC236}">
                <a16:creationId xmlns:a16="http://schemas.microsoft.com/office/drawing/2014/main" id="{68FA74E2-F52B-35D0-0690-706BFB80A54F}"/>
              </a:ext>
            </a:extLst>
          </p:cNvPr>
          <p:cNvSpPr txBox="1"/>
          <p:nvPr/>
        </p:nvSpPr>
        <p:spPr>
          <a:xfrm>
            <a:off x="794742" y="1955601"/>
            <a:ext cx="27771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B050"/>
                </a:solidFill>
              </a:rPr>
              <a:t>PRIMARY METRIC: RFI</a:t>
            </a:r>
          </a:p>
        </p:txBody>
      </p:sp>
      <p:sp>
        <p:nvSpPr>
          <p:cNvPr id="14" name="TextBox 13">
            <a:extLst>
              <a:ext uri="{FF2B5EF4-FFF2-40B4-BE49-F238E27FC236}">
                <a16:creationId xmlns:a16="http://schemas.microsoft.com/office/drawing/2014/main" id="{37D106C6-84E9-F499-39BD-BBFC44AC7856}"/>
              </a:ext>
            </a:extLst>
          </p:cNvPr>
          <p:cNvSpPr txBox="1"/>
          <p:nvPr/>
        </p:nvSpPr>
        <p:spPr>
          <a:xfrm>
            <a:off x="1810512" y="3749039"/>
            <a:ext cx="2350008" cy="1170432"/>
          </a:xfrm>
          <a:prstGeom prst="rect">
            <a:avLst/>
          </a:prstGeom>
          <a:noFill/>
        </p:spPr>
        <p:txBody>
          <a:bodyPr rot="0" spcFirstLastPara="0" vertOverflow="overflow" horzOverflow="overflow" vert="horz" wrap="square" lIns="54864" tIns="36576" rIns="54864" bIns="36576" numCol="1" spcCol="0" rtlCol="0" fromWordArt="0" anchor="ctr" anchorCtr="0" forceAA="0" compatLnSpc="1">
            <a:prstTxWarp prst="textNoShape">
              <a:avLst/>
            </a:prstTxWarp>
            <a:noAutofit/>
          </a:bodyPr>
          <a:lstStyle/>
          <a:p>
            <a:r>
              <a:rPr lang="en-US" sz="850" dirty="0"/>
              <a:t>No variation cleared 90% on RFI in the targeted brand campaigns, the scope of this test. App Complete gains rest on 10 to 13 events. Paid media reports on RFI, so this image and copy combination should not roll to paid LPs. Keep control; retest new copy later.</a:t>
            </a:r>
          </a:p>
          <a:p>
            <a:r>
              <a:rPr lang="en-US" sz="850" dirty="0"/>
              <a:t>Duration: 15 Days</a:t>
            </a:r>
          </a:p>
        </p:txBody>
      </p:sp>
      <p:sp>
        <p:nvSpPr>
          <p:cNvPr id="16" name="TextBox 15">
            <a:extLst>
              <a:ext uri="{FF2B5EF4-FFF2-40B4-BE49-F238E27FC236}">
                <a16:creationId xmlns:a16="http://schemas.microsoft.com/office/drawing/2014/main" id="{CA6B05B8-2878-398F-C14D-A61295C3F2FB}"/>
              </a:ext>
            </a:extLst>
          </p:cNvPr>
          <p:cNvSpPr txBox="1"/>
          <p:nvPr/>
        </p:nvSpPr>
        <p:spPr>
          <a:xfrm>
            <a:off x="2103120" y="687916"/>
            <a:ext cx="237744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000" b="1" dirty="0">
                <a:solidFill>
                  <a:srgbClr val="FFC000"/>
                </a:solidFill>
              </a:rPr>
              <a:t>INCONCLUSIVE</a:t>
            </a:r>
          </a:p>
        </p:txBody>
      </p:sp>
      <p:pic>
        <p:nvPicPr>
          <p:cNvPr id="67" name="Picture 66" descr="d_control.png"/>
          <p:cNvPicPr>
            <a:picLocks noChangeAspect="1"/>
          </p:cNvPicPr>
          <p:nvPr/>
        </p:nvPicPr>
        <p:blipFill>
          <a:blip r:embed="rId7"/>
          <a:stretch>
            <a:fillRect/>
          </a:stretch>
        </p:blipFill>
        <p:spPr>
          <a:xfrm>
            <a:off x="4617720" y="1234440"/>
            <a:ext cx="1783080" cy="803804"/>
          </a:xfrm>
          <a:prstGeom prst="rect">
            <a:avLst/>
          </a:prstGeom>
        </p:spPr>
      </p:pic>
      <p:sp>
        <p:nvSpPr>
          <p:cNvPr id="68" name="TextBox 67"/>
          <p:cNvSpPr txBox="1"/>
          <p:nvPr/>
        </p:nvSpPr>
        <p:spPr>
          <a:xfrm>
            <a:off x="6492240" y="1445895"/>
            <a:ext cx="2468880" cy="219456"/>
          </a:xfrm>
          <a:prstGeom prst="rect">
            <a:avLst/>
          </a:prstGeom>
          <a:noFill/>
        </p:spPr>
        <p:txBody>
          <a:bodyPr wrap="none" tIns="0" bIns="0">
            <a:spAutoFit/>
          </a:bodyPr>
          <a:lstStyle/>
          <a:p>
            <a:r>
              <a:rPr sz="1050" b="1">
                <a:latin typeface="Montserrat"/>
              </a:rPr>
              <a:t>CONTROL</a:t>
            </a:r>
          </a:p>
        </p:txBody>
      </p:sp>
      <p:sp>
        <p:nvSpPr>
          <p:cNvPr id="69" name="TextBox 68"/>
          <p:cNvSpPr txBox="1"/>
          <p:nvPr/>
        </p:nvSpPr>
        <p:spPr>
          <a:xfrm>
            <a:off x="6492240" y="1665351"/>
            <a:ext cx="2514600" cy="201168"/>
          </a:xfrm>
          <a:prstGeom prst="rect">
            <a:avLst/>
          </a:prstGeom>
          <a:noFill/>
        </p:spPr>
        <p:txBody>
          <a:bodyPr wrap="square" tIns="0" bIns="0">
            <a:spAutoFit/>
          </a:bodyPr>
          <a:lstStyle/>
          <a:p>
            <a:r>
              <a:rPr sz="750">
                <a:latin typeface="Montserrat"/>
              </a:rPr>
              <a:t>RFI: 91      Apps: 52</a:t>
            </a:r>
          </a:p>
        </p:txBody>
      </p:sp>
      <p:pic>
        <p:nvPicPr>
          <p:cNvPr id="70" name="Picture 69" descr="d_new_copy.png"/>
          <p:cNvPicPr>
            <a:picLocks noChangeAspect="1"/>
          </p:cNvPicPr>
          <p:nvPr/>
        </p:nvPicPr>
        <p:blipFill>
          <a:blip r:embed="rId8"/>
          <a:stretch>
            <a:fillRect/>
          </a:stretch>
        </p:blipFill>
        <p:spPr>
          <a:xfrm>
            <a:off x="4617720" y="2114550"/>
            <a:ext cx="1783080" cy="803701"/>
          </a:xfrm>
          <a:prstGeom prst="rect">
            <a:avLst/>
          </a:prstGeom>
        </p:spPr>
      </p:pic>
      <p:sp>
        <p:nvSpPr>
          <p:cNvPr id="71" name="TextBox 70"/>
          <p:cNvSpPr txBox="1"/>
          <p:nvPr/>
        </p:nvSpPr>
        <p:spPr>
          <a:xfrm>
            <a:off x="6492240" y="2179701"/>
            <a:ext cx="2468880" cy="219456"/>
          </a:xfrm>
          <a:prstGeom prst="rect">
            <a:avLst/>
          </a:prstGeom>
          <a:noFill/>
        </p:spPr>
        <p:txBody>
          <a:bodyPr wrap="none" tIns="0" bIns="0">
            <a:spAutoFit/>
          </a:bodyPr>
          <a:lstStyle/>
          <a:p>
            <a:r>
              <a:rPr sz="1050" b="1">
                <a:latin typeface="Montserrat"/>
              </a:rPr>
              <a:t>NEW COPY</a:t>
            </a:r>
          </a:p>
        </p:txBody>
      </p:sp>
      <p:sp>
        <p:nvSpPr>
          <p:cNvPr id="72" name="TextBox 71"/>
          <p:cNvSpPr txBox="1"/>
          <p:nvPr/>
        </p:nvSpPr>
        <p:spPr>
          <a:xfrm>
            <a:off x="6492240" y="2399157"/>
            <a:ext cx="2514600" cy="493776"/>
          </a:xfrm>
          <a:prstGeom prst="rect">
            <a:avLst/>
          </a:prstGeom>
          <a:noFill/>
        </p:spPr>
        <p:txBody>
          <a:bodyPr wrap="square" tIns="0" bIns="0">
            <a:spAutoFit/>
          </a:bodyPr>
          <a:lstStyle/>
          <a:p>
            <a:r>
              <a:rPr sz="750">
                <a:latin typeface="Montserrat"/>
              </a:rPr>
              <a:t>RFI: 83  (-6.72% | 68% worse)</a:t>
            </a:r>
          </a:p>
          <a:p>
            <a:r>
              <a:rPr sz="750">
                <a:latin typeface="Montserrat"/>
              </a:rPr>
              <a:t>Apps: 65  (+27.84% | 91%)</a:t>
            </a:r>
          </a:p>
          <a:p>
            <a:r>
              <a:rPr sz="750" b="1">
                <a:solidFill>
                  <a:srgbClr val="00B050"/>
                </a:solidFill>
                <a:latin typeface="Montserrat"/>
              </a:rPr>
              <a:t>Rev: $652,663</a:t>
            </a:r>
          </a:p>
        </p:txBody>
      </p:sp>
      <p:sp>
        <p:nvSpPr>
          <p:cNvPr id="73" name="Rectangle 72"/>
          <p:cNvSpPr/>
          <p:nvPr/>
        </p:nvSpPr>
        <p:spPr>
          <a:xfrm>
            <a:off x="4617720" y="2055114"/>
            <a:ext cx="4389120" cy="9525"/>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d_new_hero.png"/>
          <p:cNvPicPr>
            <a:picLocks noChangeAspect="1"/>
          </p:cNvPicPr>
          <p:nvPr/>
        </p:nvPicPr>
        <p:blipFill>
          <a:blip r:embed="rId9"/>
          <a:stretch>
            <a:fillRect/>
          </a:stretch>
        </p:blipFill>
        <p:spPr>
          <a:xfrm>
            <a:off x="4617720" y="2994660"/>
            <a:ext cx="1783080" cy="803737"/>
          </a:xfrm>
          <a:prstGeom prst="rect">
            <a:avLst/>
          </a:prstGeom>
        </p:spPr>
      </p:pic>
      <p:sp>
        <p:nvSpPr>
          <p:cNvPr id="75" name="TextBox 74"/>
          <p:cNvSpPr txBox="1"/>
          <p:nvPr/>
        </p:nvSpPr>
        <p:spPr>
          <a:xfrm>
            <a:off x="6492240" y="3059811"/>
            <a:ext cx="2468880" cy="219456"/>
          </a:xfrm>
          <a:prstGeom prst="rect">
            <a:avLst/>
          </a:prstGeom>
          <a:noFill/>
        </p:spPr>
        <p:txBody>
          <a:bodyPr wrap="none" tIns="0" bIns="0">
            <a:spAutoFit/>
          </a:bodyPr>
          <a:lstStyle/>
          <a:p>
            <a:r>
              <a:rPr sz="1050" b="1">
                <a:latin typeface="Montserrat"/>
              </a:rPr>
              <a:t>NEW HERO (SHIPPING)</a:t>
            </a:r>
          </a:p>
        </p:txBody>
      </p:sp>
      <p:sp>
        <p:nvSpPr>
          <p:cNvPr id="76" name="TextBox 75"/>
          <p:cNvSpPr txBox="1"/>
          <p:nvPr/>
        </p:nvSpPr>
        <p:spPr>
          <a:xfrm>
            <a:off x="6492240" y="3279267"/>
            <a:ext cx="2514600" cy="493776"/>
          </a:xfrm>
          <a:prstGeom prst="rect">
            <a:avLst/>
          </a:prstGeom>
          <a:noFill/>
        </p:spPr>
        <p:txBody>
          <a:bodyPr wrap="square" tIns="0" bIns="0">
            <a:spAutoFit/>
          </a:bodyPr>
          <a:lstStyle/>
          <a:p>
            <a:r>
              <a:rPr sz="750">
                <a:latin typeface="Montserrat"/>
              </a:rPr>
              <a:t>RFI: 100  (+2.05% | 56%)</a:t>
            </a:r>
          </a:p>
          <a:p>
            <a:r>
              <a:rPr sz="750">
                <a:latin typeface="Montserrat"/>
              </a:rPr>
              <a:t>Apps: 63  (+12.51% | 74%)</a:t>
            </a:r>
          </a:p>
          <a:p>
            <a:r>
              <a:rPr sz="750" b="1">
                <a:solidFill>
                  <a:srgbClr val="00B050"/>
                </a:solidFill>
                <a:latin typeface="Montserrat"/>
              </a:rPr>
              <a:t>Rev: $372,260</a:t>
            </a:r>
          </a:p>
        </p:txBody>
      </p:sp>
      <p:sp>
        <p:nvSpPr>
          <p:cNvPr id="77" name="Rectangle 76"/>
          <p:cNvSpPr/>
          <p:nvPr/>
        </p:nvSpPr>
        <p:spPr>
          <a:xfrm>
            <a:off x="4617720" y="2935224"/>
            <a:ext cx="4389120" cy="9525"/>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d_new_image.png"/>
          <p:cNvPicPr>
            <a:picLocks noChangeAspect="1"/>
          </p:cNvPicPr>
          <p:nvPr/>
        </p:nvPicPr>
        <p:blipFill>
          <a:blip r:embed="rId10"/>
          <a:stretch>
            <a:fillRect/>
          </a:stretch>
        </p:blipFill>
        <p:spPr>
          <a:xfrm>
            <a:off x="4617720" y="3874770"/>
            <a:ext cx="1783080" cy="804365"/>
          </a:xfrm>
          <a:prstGeom prst="rect">
            <a:avLst/>
          </a:prstGeom>
        </p:spPr>
      </p:pic>
      <p:sp>
        <p:nvSpPr>
          <p:cNvPr id="79" name="TextBox 78"/>
          <p:cNvSpPr txBox="1"/>
          <p:nvPr/>
        </p:nvSpPr>
        <p:spPr>
          <a:xfrm>
            <a:off x="6492240" y="3939921"/>
            <a:ext cx="2468880" cy="219456"/>
          </a:xfrm>
          <a:prstGeom prst="rect">
            <a:avLst/>
          </a:prstGeom>
          <a:noFill/>
        </p:spPr>
        <p:txBody>
          <a:bodyPr wrap="none" tIns="0" bIns="0">
            <a:spAutoFit/>
          </a:bodyPr>
          <a:lstStyle/>
          <a:p>
            <a:r>
              <a:rPr sz="1050" b="1">
                <a:latin typeface="Montserrat"/>
              </a:rPr>
              <a:t>NEW IMAGE</a:t>
            </a:r>
          </a:p>
        </p:txBody>
      </p:sp>
      <p:sp>
        <p:nvSpPr>
          <p:cNvPr id="80" name="TextBox 79"/>
          <p:cNvSpPr txBox="1"/>
          <p:nvPr/>
        </p:nvSpPr>
        <p:spPr>
          <a:xfrm>
            <a:off x="6492240" y="4159377"/>
            <a:ext cx="2514600" cy="493776"/>
          </a:xfrm>
          <a:prstGeom prst="rect">
            <a:avLst/>
          </a:prstGeom>
          <a:noFill/>
        </p:spPr>
        <p:txBody>
          <a:bodyPr wrap="square" tIns="0" bIns="0">
            <a:spAutoFit/>
          </a:bodyPr>
          <a:lstStyle/>
          <a:p>
            <a:r>
              <a:rPr sz="750">
                <a:latin typeface="Montserrat"/>
              </a:rPr>
              <a:t>RFI: 84  (-7.25% | 70% worse)</a:t>
            </a:r>
          </a:p>
          <a:p>
            <a:r>
              <a:rPr sz="750">
                <a:latin typeface="Montserrat"/>
              </a:rPr>
              <a:t>Apps: 62  (+19.80% | 84%)</a:t>
            </a:r>
          </a:p>
          <a:p>
            <a:r>
              <a:rPr sz="750" b="1">
                <a:solidFill>
                  <a:srgbClr val="00B050"/>
                </a:solidFill>
                <a:latin typeface="Montserrat"/>
              </a:rPr>
              <a:t>Rev: $425,231</a:t>
            </a:r>
          </a:p>
        </p:txBody>
      </p:sp>
      <p:sp>
        <p:nvSpPr>
          <p:cNvPr id="81" name="Rectangle 80"/>
          <p:cNvSpPr/>
          <p:nvPr/>
        </p:nvSpPr>
        <p:spPr>
          <a:xfrm>
            <a:off x="4617720" y="3815334"/>
            <a:ext cx="4389120" cy="9525"/>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07992" y="4791456"/>
            <a:ext cx="4572000" cy="292608"/>
          </a:xfrm>
          <a:prstGeom prst="rect">
            <a:avLst/>
          </a:prstGeom>
          <a:noFill/>
        </p:spPr>
        <p:txBody>
          <a:bodyPr wrap="square" tIns="0" bIns="0">
            <a:spAutoFit/>
          </a:bodyPr>
          <a:lstStyle/>
          <a:p>
            <a:r>
              <a:rPr sz="700">
                <a:solidFill>
                  <a:srgbClr val="777777"/>
                </a:solidFill>
                <a:latin typeface="Montserrat"/>
              </a:rPr>
              <a:t>Test Period: 09/14/2026 to 09/29/2026 (data through 09/28)</a:t>
            </a:r>
          </a:p>
          <a:p>
            <a:r>
              <a:rPr sz="700">
                <a:solidFill>
                  <a:srgbClr val="777777"/>
                </a:solidFill>
                <a:latin typeface="Montserrat"/>
              </a:rPr>
              <a:t>Page: start.amu.apus.edu/military-degrees/overview  |  Panel and table: targeted brand campaigns</a:t>
            </a:r>
          </a:p>
        </p:txBody>
      </p:sp>
    </p:spTree>
    <p:extLst>
      <p:ext uri="{BB962C8B-B14F-4D97-AF65-F5344CB8AC3E}">
        <p14:creationId xmlns:p14="http://schemas.microsoft.com/office/powerpoint/2010/main" val="1704296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E480C-A910-09BA-EB6D-5897F2C28384}"/>
              </a:ext>
            </a:extLst>
          </p:cNvPr>
          <p:cNvSpPr txBox="1"/>
          <p:nvPr/>
        </p:nvSpPr>
        <p:spPr>
          <a:xfrm>
            <a:off x="839390" y="392906"/>
            <a:ext cx="7090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                           REVENUE CALCULATOR</a:t>
            </a:r>
          </a:p>
        </p:txBody>
      </p:sp>
      <p:graphicFrame>
        <p:nvGraphicFramePr>
          <p:cNvPr id="3" name="Table 2"/>
          <p:cNvGraphicFramePr>
            <a:graphicFrameLocks noGrp="1"/>
          </p:cNvGraphicFramePr>
          <p:nvPr/>
        </p:nvGraphicFramePr>
        <p:xfrm>
          <a:off x="777240" y="1143000"/>
          <a:ext cx="7589520" cy="3108960"/>
        </p:xfrm>
        <a:graphic>
          <a:graphicData uri="http://schemas.openxmlformats.org/drawingml/2006/table">
            <a:tbl>
              <a:tblPr firstRow="1" bandRow="1">
                <a:tableStyleId>{5C22544A-7EE6-4342-B048-85BDC9FD1C3A}</a:tableStyleId>
              </a:tblPr>
              <a:tblGrid>
                <a:gridCol w="3108960"/>
                <a:gridCol w="1120140"/>
                <a:gridCol w="1120140"/>
                <a:gridCol w="1120140"/>
                <a:gridCol w="1120140"/>
              </a:tblGrid>
              <a:tr h="310896">
                <a:tc>
                  <a:txBody>
                    <a:bodyPr/>
                    <a:lstStyle/>
                    <a:p>
                      <a:pPr algn="l"/>
                      <a:r>
                        <a:rPr sz="1000" b="1">
                          <a:solidFill>
                            <a:srgbClr val="FFFFFF"/>
                          </a:solidFill>
                          <a:latin typeface="Montserrat"/>
                        </a:rPr>
                        <a:t/>
                      </a:r>
                    </a:p>
                  </a:txBody>
                  <a:tcPr anchor="ctr" marT="27432" marB="27432">
                    <a:solidFill>
                      <a:srgbClr val="375923"/>
                    </a:solidFill>
                  </a:tcPr>
                </a:tc>
                <a:tc>
                  <a:txBody>
                    <a:bodyPr/>
                    <a:lstStyle/>
                    <a:p>
                      <a:pPr algn="r"/>
                      <a:r>
                        <a:rPr sz="1000" b="1">
                          <a:solidFill>
                            <a:srgbClr val="FFFFFF"/>
                          </a:solidFill>
                          <a:latin typeface="Montserrat"/>
                        </a:rPr>
                        <a:t>Control</a:t>
                      </a:r>
                    </a:p>
                  </a:txBody>
                  <a:tcPr anchor="ctr" marT="27432" marB="27432">
                    <a:solidFill>
                      <a:srgbClr val="375923"/>
                    </a:solidFill>
                  </a:tcPr>
                </a:tc>
                <a:tc>
                  <a:txBody>
                    <a:bodyPr/>
                    <a:lstStyle/>
                    <a:p>
                      <a:pPr algn="r"/>
                      <a:r>
                        <a:rPr sz="1000" b="1">
                          <a:solidFill>
                            <a:srgbClr val="FFFFFF"/>
                          </a:solidFill>
                          <a:latin typeface="Montserrat"/>
                        </a:rPr>
                        <a:t>New Copy</a:t>
                      </a:r>
                    </a:p>
                  </a:txBody>
                  <a:tcPr anchor="ctr" marT="27432" marB="27432">
                    <a:solidFill>
                      <a:srgbClr val="375923"/>
                    </a:solidFill>
                  </a:tcPr>
                </a:tc>
                <a:tc>
                  <a:txBody>
                    <a:bodyPr/>
                    <a:lstStyle/>
                    <a:p>
                      <a:pPr algn="r"/>
                      <a:r>
                        <a:rPr sz="1000" b="1">
                          <a:solidFill>
                            <a:srgbClr val="FFFFFF"/>
                          </a:solidFill>
                          <a:latin typeface="Montserrat"/>
                        </a:rPr>
                        <a:t>New Hero</a:t>
                      </a:r>
                    </a:p>
                  </a:txBody>
                  <a:tcPr anchor="ctr" marT="27432" marB="27432">
                    <a:solidFill>
                      <a:srgbClr val="375923"/>
                    </a:solidFill>
                  </a:tcPr>
                </a:tc>
                <a:tc>
                  <a:txBody>
                    <a:bodyPr/>
                    <a:lstStyle/>
                    <a:p>
                      <a:pPr algn="r"/>
                      <a:r>
                        <a:rPr sz="1000" b="1">
                          <a:solidFill>
                            <a:srgbClr val="FFFFFF"/>
                          </a:solidFill>
                          <a:latin typeface="Montserrat"/>
                        </a:rPr>
                        <a:t>New Image</a:t>
                      </a:r>
                    </a:p>
                  </a:txBody>
                  <a:tcPr anchor="ctr" marT="27432" marB="27432">
                    <a:solidFill>
                      <a:srgbClr val="375923"/>
                    </a:solidFill>
                  </a:tcPr>
                </a:tc>
              </a:tr>
              <a:tr h="274320">
                <a:tc>
                  <a:txBody>
                    <a:bodyPr/>
                    <a:lstStyle/>
                    <a:p>
                      <a:pPr algn="l"/>
                      <a:r>
                        <a:rPr sz="1000" b="1">
                          <a:solidFill>
                            <a:srgbClr val="FFFFFF"/>
                          </a:solidFill>
                          <a:latin typeface="Montserrat"/>
                        </a:rPr>
                        <a:t>RFI Conversions, Brand Specific Campaigns</a:t>
                      </a:r>
                    </a:p>
                  </a:txBody>
                  <a:tcPr anchor="ctr" marT="27432" marB="27432">
                    <a:solidFill>
                      <a:srgbClr val="375923"/>
                    </a:solidFill>
                  </a:tcPr>
                </a:tc>
                <a:tc>
                  <a:txBody>
                    <a:bodyPr/>
                    <a:lstStyle/>
                    <a:p>
                      <a:pPr algn="r"/>
                      <a:r>
                        <a:rPr sz="1000" b="0">
                          <a:solidFill>
                            <a:srgbClr val="000000"/>
                          </a:solidFill>
                          <a:latin typeface="Montserrat"/>
                        </a:rPr>
                        <a:t>91</a:t>
                      </a:r>
                    </a:p>
                  </a:txBody>
                  <a:tcPr anchor="ctr" marT="27432" marB="27432">
                    <a:solidFill>
                      <a:srgbClr val="DDEBD3"/>
                    </a:solidFill>
                  </a:tcPr>
                </a:tc>
                <a:tc>
                  <a:txBody>
                    <a:bodyPr/>
                    <a:lstStyle/>
                    <a:p>
                      <a:pPr algn="r"/>
                      <a:r>
                        <a:rPr sz="1000" b="0">
                          <a:solidFill>
                            <a:srgbClr val="000000"/>
                          </a:solidFill>
                          <a:latin typeface="Montserrat"/>
                        </a:rPr>
                        <a:t>83</a:t>
                      </a:r>
                    </a:p>
                  </a:txBody>
                  <a:tcPr anchor="ctr" marT="27432" marB="27432">
                    <a:solidFill>
                      <a:srgbClr val="DDEBD3"/>
                    </a:solidFill>
                  </a:tcPr>
                </a:tc>
                <a:tc>
                  <a:txBody>
                    <a:bodyPr/>
                    <a:lstStyle/>
                    <a:p>
                      <a:pPr algn="r"/>
                      <a:r>
                        <a:rPr sz="1000" b="0">
                          <a:solidFill>
                            <a:srgbClr val="000000"/>
                          </a:solidFill>
                          <a:latin typeface="Montserrat"/>
                        </a:rPr>
                        <a:t>100</a:t>
                      </a:r>
                    </a:p>
                  </a:txBody>
                  <a:tcPr anchor="ctr" marT="27432" marB="27432">
                    <a:solidFill>
                      <a:srgbClr val="DDEBD3"/>
                    </a:solidFill>
                  </a:tcPr>
                </a:tc>
                <a:tc>
                  <a:txBody>
                    <a:bodyPr/>
                    <a:lstStyle/>
                    <a:p>
                      <a:pPr algn="r"/>
                      <a:r>
                        <a:rPr sz="1000" b="0">
                          <a:solidFill>
                            <a:srgbClr val="000000"/>
                          </a:solidFill>
                          <a:latin typeface="Montserrat"/>
                        </a:rPr>
                        <a:t>84</a:t>
                      </a:r>
                    </a:p>
                  </a:txBody>
                  <a:tcPr anchor="ctr" marT="27432" marB="27432">
                    <a:solidFill>
                      <a:srgbClr val="DDEBD3"/>
                    </a:solidFill>
                  </a:tcPr>
                </a:tc>
              </a:tr>
              <a:tr h="274320">
                <a:tc>
                  <a:txBody>
                    <a:bodyPr/>
                    <a:lstStyle/>
                    <a:p>
                      <a:pPr algn="l"/>
                      <a:r>
                        <a:rPr sz="1000" b="1">
                          <a:solidFill>
                            <a:srgbClr val="FFFFFF"/>
                          </a:solidFill>
                          <a:latin typeface="Montserrat"/>
                        </a:rPr>
                        <a:t>RFI Lift %, Brand Specific Campaigns</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C00000"/>
                          </a:solidFill>
                          <a:latin typeface="Montserrat"/>
                        </a:rPr>
                        <a:t>-6.72%</a:t>
                      </a:r>
                    </a:p>
                  </a:txBody>
                  <a:tcPr anchor="ctr" marT="27432" marB="27432">
                    <a:solidFill>
                      <a:srgbClr val="DDEBD3"/>
                    </a:solidFill>
                  </a:tcPr>
                </a:tc>
                <a:tc>
                  <a:txBody>
                    <a:bodyPr/>
                    <a:lstStyle/>
                    <a:p>
                      <a:pPr algn="r"/>
                      <a:r>
                        <a:rPr sz="1000" b="0">
                          <a:solidFill>
                            <a:srgbClr val="216E21"/>
                          </a:solidFill>
                          <a:latin typeface="Montserrat"/>
                        </a:rPr>
                        <a:t>+2.05%</a:t>
                      </a:r>
                    </a:p>
                  </a:txBody>
                  <a:tcPr anchor="ctr" marT="27432" marB="27432">
                    <a:solidFill>
                      <a:srgbClr val="DDEBD3"/>
                    </a:solidFill>
                  </a:tcPr>
                </a:tc>
                <a:tc>
                  <a:txBody>
                    <a:bodyPr/>
                    <a:lstStyle/>
                    <a:p>
                      <a:pPr algn="r"/>
                      <a:r>
                        <a:rPr sz="1000" b="0">
                          <a:solidFill>
                            <a:srgbClr val="C00000"/>
                          </a:solidFill>
                          <a:latin typeface="Montserrat"/>
                        </a:rPr>
                        <a:t>-7.25%</a:t>
                      </a:r>
                    </a:p>
                  </a:txBody>
                  <a:tcPr anchor="ctr" marT="27432" marB="27432">
                    <a:solidFill>
                      <a:srgbClr val="DDEBD3"/>
                    </a:solidFill>
                  </a:tcPr>
                </a:tc>
              </a:tr>
              <a:tr h="384048">
                <a:tc>
                  <a:txBody>
                    <a:bodyPr/>
                    <a:lstStyle/>
                    <a:p>
                      <a:pPr algn="l"/>
                      <a:r>
                        <a:rPr sz="1000" b="1">
                          <a:solidFill>
                            <a:srgbClr val="FFFFFF"/>
                          </a:solidFill>
                          <a:latin typeface="Montserrat"/>
                        </a:rPr>
                        <a:t>Statistical Significance, RFI, Brand Specific Campaigns</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000000"/>
                          </a:solidFill>
                          <a:latin typeface="Montserrat"/>
                        </a:rPr>
                        <a:t>68% worse</a:t>
                      </a:r>
                    </a:p>
                  </a:txBody>
                  <a:tcPr anchor="ctr" marT="27432" marB="27432">
                    <a:solidFill>
                      <a:srgbClr val="DDEBD3"/>
                    </a:solidFill>
                  </a:tcPr>
                </a:tc>
                <a:tc>
                  <a:txBody>
                    <a:bodyPr/>
                    <a:lstStyle/>
                    <a:p>
                      <a:pPr algn="r"/>
                      <a:r>
                        <a:rPr sz="1000" b="0">
                          <a:solidFill>
                            <a:srgbClr val="000000"/>
                          </a:solidFill>
                          <a:latin typeface="Montserrat"/>
                        </a:rPr>
                        <a:t>56%</a:t>
                      </a:r>
                    </a:p>
                  </a:txBody>
                  <a:tcPr anchor="ctr" marT="27432" marB="27432">
                    <a:solidFill>
                      <a:srgbClr val="DDEBD3"/>
                    </a:solidFill>
                  </a:tcPr>
                </a:tc>
                <a:tc>
                  <a:txBody>
                    <a:bodyPr/>
                    <a:lstStyle/>
                    <a:p>
                      <a:pPr algn="r"/>
                      <a:r>
                        <a:rPr sz="1000" b="0">
                          <a:solidFill>
                            <a:srgbClr val="000000"/>
                          </a:solidFill>
                          <a:latin typeface="Montserrat"/>
                        </a:rPr>
                        <a:t>70% worse</a:t>
                      </a:r>
                    </a:p>
                  </a:txBody>
                  <a:tcPr anchor="ctr" marT="27432" marB="27432">
                    <a:solidFill>
                      <a:srgbClr val="DDEBD3"/>
                    </a:solidFill>
                  </a:tcPr>
                </a:tc>
              </a:tr>
              <a:tr h="274320">
                <a:tc>
                  <a:txBody>
                    <a:bodyPr/>
                    <a:lstStyle/>
                    <a:p>
                      <a:pPr algn="l"/>
                      <a:r>
                        <a:rPr sz="1000" b="1">
                          <a:solidFill>
                            <a:srgbClr val="FFFFFF"/>
                          </a:solidFill>
                          <a:latin typeface="Montserrat"/>
                        </a:rPr>
                        <a:t>App Completes, Brand Specific Campaigns</a:t>
                      </a:r>
                    </a:p>
                  </a:txBody>
                  <a:tcPr anchor="ctr" marT="27432" marB="27432">
                    <a:solidFill>
                      <a:srgbClr val="375923"/>
                    </a:solidFill>
                  </a:tcPr>
                </a:tc>
                <a:tc>
                  <a:txBody>
                    <a:bodyPr/>
                    <a:lstStyle/>
                    <a:p>
                      <a:pPr algn="r"/>
                      <a:r>
                        <a:rPr sz="1000" b="0">
                          <a:solidFill>
                            <a:srgbClr val="000000"/>
                          </a:solidFill>
                          <a:latin typeface="Montserrat"/>
                        </a:rPr>
                        <a:t>52</a:t>
                      </a:r>
                    </a:p>
                  </a:txBody>
                  <a:tcPr anchor="ctr" marT="27432" marB="27432">
                    <a:solidFill>
                      <a:srgbClr val="DDEBD3"/>
                    </a:solidFill>
                  </a:tcPr>
                </a:tc>
                <a:tc>
                  <a:txBody>
                    <a:bodyPr/>
                    <a:lstStyle/>
                    <a:p>
                      <a:pPr algn="r"/>
                      <a:r>
                        <a:rPr sz="1000" b="0">
                          <a:solidFill>
                            <a:srgbClr val="000000"/>
                          </a:solidFill>
                          <a:latin typeface="Montserrat"/>
                        </a:rPr>
                        <a:t>65</a:t>
                      </a:r>
                    </a:p>
                  </a:txBody>
                  <a:tcPr anchor="ctr" marT="27432" marB="27432">
                    <a:solidFill>
                      <a:srgbClr val="DDEBD3"/>
                    </a:solidFill>
                  </a:tcPr>
                </a:tc>
                <a:tc>
                  <a:txBody>
                    <a:bodyPr/>
                    <a:lstStyle/>
                    <a:p>
                      <a:pPr algn="r"/>
                      <a:r>
                        <a:rPr sz="1000" b="0">
                          <a:solidFill>
                            <a:srgbClr val="000000"/>
                          </a:solidFill>
                          <a:latin typeface="Montserrat"/>
                        </a:rPr>
                        <a:t>63</a:t>
                      </a:r>
                    </a:p>
                  </a:txBody>
                  <a:tcPr anchor="ctr" marT="27432" marB="27432">
                    <a:solidFill>
                      <a:srgbClr val="DDEBD3"/>
                    </a:solidFill>
                  </a:tcPr>
                </a:tc>
                <a:tc>
                  <a:txBody>
                    <a:bodyPr/>
                    <a:lstStyle/>
                    <a:p>
                      <a:pPr algn="r"/>
                      <a:r>
                        <a:rPr sz="1000" b="0">
                          <a:solidFill>
                            <a:srgbClr val="000000"/>
                          </a:solidFill>
                          <a:latin typeface="Montserrat"/>
                        </a:rPr>
                        <a:t>62</a:t>
                      </a:r>
                    </a:p>
                  </a:txBody>
                  <a:tcPr anchor="ctr" marT="27432" marB="27432">
                    <a:solidFill>
                      <a:srgbClr val="DDEBD3"/>
                    </a:solidFill>
                  </a:tcPr>
                </a:tc>
              </a:tr>
              <a:tr h="274320">
                <a:tc>
                  <a:txBody>
                    <a:bodyPr/>
                    <a:lstStyle/>
                    <a:p>
                      <a:pPr algn="l"/>
                      <a:r>
                        <a:rPr sz="1000" b="1">
                          <a:solidFill>
                            <a:srgbClr val="FFFFFF"/>
                          </a:solidFill>
                          <a:latin typeface="Montserrat"/>
                        </a:rPr>
                        <a:t>App Lift %, Brand Specific Campaigns</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216E21"/>
                          </a:solidFill>
                          <a:latin typeface="Montserrat"/>
                        </a:rPr>
                        <a:t>+27.84%</a:t>
                      </a:r>
                    </a:p>
                  </a:txBody>
                  <a:tcPr anchor="ctr" marT="27432" marB="27432">
                    <a:solidFill>
                      <a:srgbClr val="DDEBD3"/>
                    </a:solidFill>
                  </a:tcPr>
                </a:tc>
                <a:tc>
                  <a:txBody>
                    <a:bodyPr/>
                    <a:lstStyle/>
                    <a:p>
                      <a:pPr algn="r"/>
                      <a:r>
                        <a:rPr sz="1000" b="0">
                          <a:solidFill>
                            <a:srgbClr val="216E21"/>
                          </a:solidFill>
                          <a:latin typeface="Montserrat"/>
                        </a:rPr>
                        <a:t>+12.51%</a:t>
                      </a:r>
                    </a:p>
                  </a:txBody>
                  <a:tcPr anchor="ctr" marT="27432" marB="27432">
                    <a:solidFill>
                      <a:srgbClr val="DDEBD3"/>
                    </a:solidFill>
                  </a:tcPr>
                </a:tc>
                <a:tc>
                  <a:txBody>
                    <a:bodyPr/>
                    <a:lstStyle/>
                    <a:p>
                      <a:pPr algn="r"/>
                      <a:r>
                        <a:rPr sz="1000" b="0">
                          <a:solidFill>
                            <a:srgbClr val="216E21"/>
                          </a:solidFill>
                          <a:latin typeface="Montserrat"/>
                        </a:rPr>
                        <a:t>+19.80%</a:t>
                      </a:r>
                    </a:p>
                  </a:txBody>
                  <a:tcPr anchor="ctr" marT="27432" marB="27432">
                    <a:solidFill>
                      <a:srgbClr val="DDEBD3"/>
                    </a:solidFill>
                  </a:tcPr>
                </a:tc>
              </a:tr>
              <a:tr h="384048">
                <a:tc>
                  <a:txBody>
                    <a:bodyPr/>
                    <a:lstStyle/>
                    <a:p>
                      <a:pPr algn="l"/>
                      <a:r>
                        <a:rPr sz="1000" b="1">
                          <a:solidFill>
                            <a:srgbClr val="FFFFFF"/>
                          </a:solidFill>
                          <a:latin typeface="Montserrat"/>
                        </a:rPr>
                        <a:t>Statistical Significance, App, Brand Specific Campaigns</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000000"/>
                          </a:solidFill>
                          <a:latin typeface="Montserrat"/>
                        </a:rPr>
                        <a:t>91%</a:t>
                      </a:r>
                    </a:p>
                  </a:txBody>
                  <a:tcPr anchor="ctr" marT="27432" marB="27432">
                    <a:solidFill>
                      <a:srgbClr val="DDEBD3"/>
                    </a:solidFill>
                  </a:tcPr>
                </a:tc>
                <a:tc>
                  <a:txBody>
                    <a:bodyPr/>
                    <a:lstStyle/>
                    <a:p>
                      <a:pPr algn="r"/>
                      <a:r>
                        <a:rPr sz="1000" b="0">
                          <a:solidFill>
                            <a:srgbClr val="000000"/>
                          </a:solidFill>
                          <a:latin typeface="Montserrat"/>
                        </a:rPr>
                        <a:t>74%</a:t>
                      </a:r>
                    </a:p>
                  </a:txBody>
                  <a:tcPr anchor="ctr" marT="27432" marB="27432">
                    <a:solidFill>
                      <a:srgbClr val="DDEBD3"/>
                    </a:solidFill>
                  </a:tcPr>
                </a:tc>
                <a:tc>
                  <a:txBody>
                    <a:bodyPr/>
                    <a:lstStyle/>
                    <a:p>
                      <a:pPr algn="r"/>
                      <a:r>
                        <a:rPr sz="1000" b="0">
                          <a:solidFill>
                            <a:srgbClr val="000000"/>
                          </a:solidFill>
                          <a:latin typeface="Montserrat"/>
                        </a:rPr>
                        <a:t>84%</a:t>
                      </a:r>
                    </a:p>
                  </a:txBody>
                  <a:tcPr anchor="ctr" marT="27432" marB="27432">
                    <a:solidFill>
                      <a:srgbClr val="DDEBD3"/>
                    </a:solidFill>
                  </a:tcPr>
                </a:tc>
              </a:tr>
              <a:tr h="274320">
                <a:tc>
                  <a:txBody>
                    <a:bodyPr/>
                    <a:lstStyle/>
                    <a:p>
                      <a:pPr algn="l"/>
                      <a:r>
                        <a:rPr sz="1000" b="1">
                          <a:solidFill>
                            <a:srgbClr val="FFFFFF"/>
                          </a:solidFill>
                          <a:latin typeface="Montserrat"/>
                        </a:rPr>
                        <a:t>RFI Lift %, All Campaigns</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216E21"/>
                          </a:solidFill>
                          <a:latin typeface="Montserrat"/>
                        </a:rPr>
                        <a:t>+4.58%</a:t>
                      </a:r>
                    </a:p>
                  </a:txBody>
                  <a:tcPr anchor="ctr" marT="27432" marB="27432">
                    <a:solidFill>
                      <a:srgbClr val="DDEBD3"/>
                    </a:solidFill>
                  </a:tcPr>
                </a:tc>
                <a:tc>
                  <a:txBody>
                    <a:bodyPr/>
                    <a:lstStyle/>
                    <a:p>
                      <a:pPr algn="r"/>
                      <a:r>
                        <a:rPr sz="1000" b="0">
                          <a:solidFill>
                            <a:srgbClr val="C00000"/>
                          </a:solidFill>
                          <a:latin typeface="Montserrat"/>
                        </a:rPr>
                        <a:t>-0.56%</a:t>
                      </a:r>
                    </a:p>
                  </a:txBody>
                  <a:tcPr anchor="ctr" marT="27432" marB="27432">
                    <a:solidFill>
                      <a:srgbClr val="DDEBD3"/>
                    </a:solidFill>
                  </a:tcPr>
                </a:tc>
                <a:tc>
                  <a:txBody>
                    <a:bodyPr/>
                    <a:lstStyle/>
                    <a:p>
                      <a:pPr algn="r"/>
                      <a:r>
                        <a:rPr sz="1000" b="0">
                          <a:solidFill>
                            <a:srgbClr val="216E21"/>
                          </a:solidFill>
                          <a:latin typeface="Montserrat"/>
                        </a:rPr>
                        <a:t>+1.14%</a:t>
                      </a:r>
                    </a:p>
                  </a:txBody>
                  <a:tcPr anchor="ctr" marT="27432" marB="27432">
                    <a:solidFill>
                      <a:srgbClr val="DDEBD3"/>
                    </a:solidFill>
                  </a:tcPr>
                </a:tc>
              </a:tr>
              <a:tr h="274320">
                <a:tc>
                  <a:txBody>
                    <a:bodyPr/>
                    <a:lstStyle/>
                    <a:p>
                      <a:pPr algn="l"/>
                      <a:r>
                        <a:rPr sz="1000" b="1">
                          <a:solidFill>
                            <a:srgbClr val="FFFFFF"/>
                          </a:solidFill>
                          <a:latin typeface="Montserrat"/>
                        </a:rPr>
                        <a:t>Statistical Significance, RFI, All Campaigns</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000000"/>
                          </a:solidFill>
                          <a:latin typeface="Montserrat"/>
                        </a:rPr>
                        <a:t>69%</a:t>
                      </a:r>
                    </a:p>
                  </a:txBody>
                  <a:tcPr anchor="ctr" marT="27432" marB="27432">
                    <a:solidFill>
                      <a:srgbClr val="DDEBD3"/>
                    </a:solidFill>
                  </a:tcPr>
                </a:tc>
                <a:tc>
                  <a:txBody>
                    <a:bodyPr/>
                    <a:lstStyle/>
                    <a:p>
                      <a:pPr algn="r"/>
                      <a:r>
                        <a:rPr sz="1000" b="0">
                          <a:solidFill>
                            <a:srgbClr val="000000"/>
                          </a:solidFill>
                          <a:latin typeface="Montserrat"/>
                        </a:rPr>
                        <a:t>52% worse</a:t>
                      </a:r>
                    </a:p>
                  </a:txBody>
                  <a:tcPr anchor="ctr" marT="27432" marB="27432">
                    <a:solidFill>
                      <a:srgbClr val="DDEBD3"/>
                    </a:solidFill>
                  </a:tcPr>
                </a:tc>
                <a:tc>
                  <a:txBody>
                    <a:bodyPr/>
                    <a:lstStyle/>
                    <a:p>
                      <a:pPr algn="r"/>
                      <a:r>
                        <a:rPr sz="1000" b="0">
                          <a:solidFill>
                            <a:srgbClr val="000000"/>
                          </a:solidFill>
                          <a:latin typeface="Montserrat"/>
                        </a:rPr>
                        <a:t>55%</a:t>
                      </a:r>
                    </a:p>
                  </a:txBody>
                  <a:tcPr anchor="ctr" marT="27432" marB="27432">
                    <a:solidFill>
                      <a:srgbClr val="DDEBD3"/>
                    </a:solidFill>
                  </a:tcPr>
                </a:tc>
              </a:tr>
              <a:tr h="384048">
                <a:tc>
                  <a:txBody>
                    <a:bodyPr/>
                    <a:lstStyle/>
                    <a:p>
                      <a:pPr algn="l"/>
                      <a:r>
                        <a:rPr sz="1000" b="1">
                          <a:solidFill>
                            <a:srgbClr val="FFFFFF"/>
                          </a:solidFill>
                          <a:latin typeface="Montserrat"/>
                        </a:rPr>
                        <a:t>Annualized Revenue Lift, Brand Specific Campaigns (projected)</a:t>
                      </a:r>
                    </a:p>
                  </a:txBody>
                  <a:tcPr anchor="ctr" marT="27432" marB="27432">
                    <a:solidFill>
                      <a:srgbClr val="375923"/>
                    </a:solidFill>
                  </a:tcPr>
                </a:tc>
                <a:tc>
                  <a:txBody>
                    <a:bodyPr/>
                    <a:lstStyle/>
                    <a:p>
                      <a:pPr algn="r"/>
                      <a:r>
                        <a:rPr sz="1000" b="0">
                          <a:solidFill>
                            <a:srgbClr val="000000"/>
                          </a:solidFill>
                          <a:latin typeface="Montserrat"/>
                        </a:rPr>
                        <a:t>Baseline</a:t>
                      </a:r>
                    </a:p>
                  </a:txBody>
                  <a:tcPr anchor="ctr" marT="27432" marB="27432">
                    <a:solidFill>
                      <a:srgbClr val="DDEBD3"/>
                    </a:solidFill>
                  </a:tcPr>
                </a:tc>
                <a:tc>
                  <a:txBody>
                    <a:bodyPr/>
                    <a:lstStyle/>
                    <a:p>
                      <a:pPr algn="r"/>
                      <a:r>
                        <a:rPr sz="1000" b="0">
                          <a:solidFill>
                            <a:srgbClr val="216E21"/>
                          </a:solidFill>
                          <a:latin typeface="Montserrat"/>
                        </a:rPr>
                        <a:t>$652,663</a:t>
                      </a:r>
                    </a:p>
                  </a:txBody>
                  <a:tcPr anchor="ctr" marT="27432" marB="27432">
                    <a:solidFill>
                      <a:srgbClr val="DDEBD3"/>
                    </a:solidFill>
                  </a:tcPr>
                </a:tc>
                <a:tc>
                  <a:txBody>
                    <a:bodyPr/>
                    <a:lstStyle/>
                    <a:p>
                      <a:pPr algn="r"/>
                      <a:r>
                        <a:rPr sz="1000" b="0">
                          <a:solidFill>
                            <a:srgbClr val="216E21"/>
                          </a:solidFill>
                          <a:latin typeface="Montserrat"/>
                        </a:rPr>
                        <a:t>$372,260</a:t>
                      </a:r>
                    </a:p>
                  </a:txBody>
                  <a:tcPr anchor="ctr" marT="27432" marB="27432">
                    <a:solidFill>
                      <a:srgbClr val="DDEBD3"/>
                    </a:solidFill>
                  </a:tcPr>
                </a:tc>
                <a:tc>
                  <a:txBody>
                    <a:bodyPr/>
                    <a:lstStyle/>
                    <a:p>
                      <a:pPr algn="r"/>
                      <a:r>
                        <a:rPr sz="1000" b="0">
                          <a:solidFill>
                            <a:srgbClr val="216E21"/>
                          </a:solidFill>
                          <a:latin typeface="Montserrat"/>
                        </a:rPr>
                        <a:t>$425,231</a:t>
                      </a:r>
                    </a:p>
                  </a:txBody>
                  <a:tcPr anchor="ctr" marT="27432" marB="27432">
                    <a:solidFill>
                      <a:srgbClr val="DDEBD3"/>
                    </a:solidFill>
                  </a:tcPr>
                </a:tc>
              </a:tr>
            </a:tbl>
          </a:graphicData>
        </a:graphic>
      </p:graphicFrame>
      <p:sp>
        <p:nvSpPr>
          <p:cNvPr id="4" name="TextBox 3"/>
          <p:cNvSpPr txBox="1"/>
          <p:nvPr/>
        </p:nvSpPr>
        <p:spPr>
          <a:xfrm>
            <a:off x="777240" y="4325112"/>
            <a:ext cx="7589520" cy="457200"/>
          </a:xfrm>
          <a:prstGeom prst="rect">
            <a:avLst/>
          </a:prstGeom>
          <a:noFill/>
        </p:spPr>
        <p:txBody>
          <a:bodyPr wrap="square" lIns="0">
            <a:spAutoFit/>
          </a:bodyPr>
          <a:lstStyle/>
          <a:p>
            <a:r>
              <a:rPr sz="850">
                <a:solidFill>
                  <a:srgbClr val="777777"/>
                </a:solidFill>
                <a:latin typeface="Montserrat"/>
              </a:rPr>
              <a:t>Final GA4 data 09/14 to 09/28/2026 (15 days; paused 09/29). No variation cleared the 90% one sided RFI rule. New Hero ships on a business decision (10/01), so projections are not credited. Only 41.4% of desktop sessions came from the two Brand Specific Campaigns.</a:t>
            </a:r>
          </a:p>
        </p:txBody>
      </p:sp>
    </p:spTree>
    <p:extLst>
      <p:ext uri="{BB962C8B-B14F-4D97-AF65-F5344CB8AC3E}">
        <p14:creationId xmlns:p14="http://schemas.microsoft.com/office/powerpoint/2010/main" val="3821304914"/>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a:extLst>
              <a:ext uri="{FF2B5EF4-FFF2-40B4-BE49-F238E27FC236}">
                <a16:creationId xmlns:a16="http://schemas.microsoft.com/office/drawing/2014/main" id="{DFDE480C-A910-09BA-EB6D-5897F2C28384}"/>
              </a:ext>
            </a:extLst>
          </p:cNvPr>
          <p:cNvSpPr txBox="1"/>
          <p:nvPr/>
        </p:nvSpPr>
        <p:spPr>
          <a:xfrm>
            <a:off x="839390" y="392906"/>
            <a:ext cx="7090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t>COMBINED: CONTROL VS NEW COPY</a:t>
            </a:r>
          </a:p>
        </p:txBody>
      </p:sp>
      <p:sp>
        <p:nvSpPr>
          <p:cNvPr id="3" name="TextBox 2"/>
          <p:cNvSpPr txBox="1"/>
          <p:nvPr/>
        </p:nvSpPr>
        <p:spPr>
          <a:xfrm>
            <a:off x="777240" y="786384"/>
            <a:ext cx="7589520" cy="237744"/>
          </a:xfrm>
          <a:prstGeom prst="rect">
            <a:avLst/>
          </a:prstGeom>
          <a:noFill/>
        </p:spPr>
        <p:txBody>
          <a:bodyPr wrap="square" lIns="0">
            <a:spAutoFit/>
          </a:bodyPr>
          <a:lstStyle/>
          <a:p>
            <a:pPr algn="ctr"/>
            <a:r>
              <a:rPr sz="1000" b="0">
                <a:solidFill>
                  <a:srgbClr val="777777"/>
                </a:solidFill>
                <a:latin typeface="Montserrat"/>
              </a:rPr>
              <a:t>Desktop and Mobile added together (approximation)</a:t>
            </a:r>
          </a:p>
        </p:txBody>
      </p:sp>
      <p:graphicFrame>
        <p:nvGraphicFramePr>
          <p:cNvPr id="4" name="Table 3"/>
          <p:cNvGraphicFramePr>
            <a:graphicFrameLocks noGrp="1"/>
          </p:cNvGraphicFramePr>
          <p:nvPr/>
        </p:nvGraphicFramePr>
        <p:xfrm>
          <a:off x="777240" y="1069848"/>
          <a:ext cx="7589520" cy="3172968"/>
        </p:xfrm>
        <a:graphic>
          <a:graphicData uri="http://schemas.openxmlformats.org/drawingml/2006/table">
            <a:tbl>
              <a:tblPr firstRow="1" bandRow="1">
                <a:tableStyleId>{5C22544A-7EE6-4342-B048-85BDC9FD1C3A}</a:tableStyleId>
              </a:tblPr>
              <a:tblGrid>
                <a:gridCol w="2468880"/>
                <a:gridCol w="1280160"/>
                <a:gridCol w="1280160"/>
                <a:gridCol w="1280160"/>
                <a:gridCol w="1280160"/>
              </a:tblGrid>
              <a:tr h="429768">
                <a:tc>
                  <a:txBody>
                    <a:bodyPr/>
                    <a:lstStyle/>
                    <a:p>
                      <a:pPr algn="l"/>
                      <a:r>
                        <a:rPr sz="900" b="1">
                          <a:solidFill>
                            <a:srgbClr val="FFFFFF"/>
                          </a:solidFill>
                          <a:latin typeface="Montserrat"/>
                        </a:rPr>
                        <a:t/>
                      </a:r>
                    </a:p>
                  </a:txBody>
                  <a:tcPr anchor="ctr" marT="18288" marB="18288">
                    <a:solidFill>
                      <a:srgbClr val="375923"/>
                    </a:solidFill>
                  </a:tcPr>
                </a:tc>
                <a:tc>
                  <a:txBody>
                    <a:bodyPr/>
                    <a:lstStyle/>
                    <a:p>
                      <a:pPr algn="r"/>
                      <a:r>
                        <a:rPr sz="900" b="1">
                          <a:solidFill>
                            <a:srgbClr val="FFFFFF"/>
                          </a:solidFill>
                          <a:latin typeface="Montserrat"/>
                        </a:rPr>
                        <a:t>V0: Control (Brand Specific Campaigns)</a:t>
                      </a:r>
                    </a:p>
                  </a:txBody>
                  <a:tcPr anchor="ctr" marT="18288" marB="18288">
                    <a:solidFill>
                      <a:srgbClr val="375923"/>
                    </a:solidFill>
                  </a:tcPr>
                </a:tc>
                <a:tc>
                  <a:txBody>
                    <a:bodyPr/>
                    <a:lstStyle/>
                    <a:p>
                      <a:pPr algn="r"/>
                      <a:r>
                        <a:rPr sz="900" b="1">
                          <a:solidFill>
                            <a:srgbClr val="FFFFFF"/>
                          </a:solidFill>
                          <a:latin typeface="Montserrat"/>
                        </a:rPr>
                        <a:t>V1: New Copy (Brand Specific Campaigns)</a:t>
                      </a:r>
                    </a:p>
                  </a:txBody>
                  <a:tcPr anchor="ctr" marT="18288" marB="18288">
                    <a:solidFill>
                      <a:srgbClr val="375923"/>
                    </a:solidFill>
                  </a:tcPr>
                </a:tc>
                <a:tc>
                  <a:txBody>
                    <a:bodyPr/>
                    <a:lstStyle/>
                    <a:p>
                      <a:pPr algn="r"/>
                      <a:r>
                        <a:rPr sz="900" b="1">
                          <a:solidFill>
                            <a:srgbClr val="FFFFFF"/>
                          </a:solidFill>
                          <a:latin typeface="Montserrat"/>
                        </a:rPr>
                        <a:t>V0: Control (All Campaigns)</a:t>
                      </a:r>
                    </a:p>
                  </a:txBody>
                  <a:tcPr anchor="ctr" marT="18288" marB="18288">
                    <a:solidFill>
                      <a:srgbClr val="375923"/>
                    </a:solidFill>
                  </a:tcPr>
                </a:tc>
                <a:tc>
                  <a:txBody>
                    <a:bodyPr/>
                    <a:lstStyle/>
                    <a:p>
                      <a:pPr algn="r"/>
                      <a:r>
                        <a:rPr sz="900" b="1">
                          <a:solidFill>
                            <a:srgbClr val="FFFFFF"/>
                          </a:solidFill>
                          <a:latin typeface="Montserrat"/>
                        </a:rPr>
                        <a:t>V2: New Copy (All Campaigns)</a:t>
                      </a:r>
                    </a:p>
                  </a:txBody>
                  <a:tcPr anchor="ctr" marT="18288" marB="18288">
                    <a:solidFill>
                      <a:srgbClr val="375923"/>
                    </a:solidFill>
                  </a:tcPr>
                </a:tc>
              </a:tr>
              <a:tr h="228600">
                <a:tc>
                  <a:txBody>
                    <a:bodyPr/>
                    <a:lstStyle/>
                    <a:p>
                      <a:pPr algn="l"/>
                      <a:r>
                        <a:rPr sz="900" b="1">
                          <a:solidFill>
                            <a:srgbClr val="FFFFFF"/>
                          </a:solidFill>
                          <a:latin typeface="Montserrat"/>
                        </a:rPr>
                        <a:t>Sessions (Desktop + Mobile)</a:t>
                      </a:r>
                    </a:p>
                  </a:txBody>
                  <a:tcPr anchor="ctr" marT="18288" marB="18288">
                    <a:solidFill>
                      <a:srgbClr val="375923"/>
                    </a:solidFill>
                  </a:tcPr>
                </a:tc>
                <a:tc>
                  <a:txBody>
                    <a:bodyPr/>
                    <a:lstStyle/>
                    <a:p>
                      <a:pPr algn="r"/>
                      <a:r>
                        <a:rPr sz="900" b="0">
                          <a:solidFill>
                            <a:srgbClr val="000000"/>
                          </a:solidFill>
                          <a:latin typeface="Montserrat"/>
                        </a:rPr>
                        <a:t>5,555</a:t>
                      </a:r>
                    </a:p>
                  </a:txBody>
                  <a:tcPr anchor="ctr" marT="18288" marB="18288">
                    <a:solidFill>
                      <a:srgbClr val="DDEBD3"/>
                    </a:solidFill>
                  </a:tcPr>
                </a:tc>
                <a:tc>
                  <a:txBody>
                    <a:bodyPr/>
                    <a:lstStyle/>
                    <a:p>
                      <a:pPr algn="r"/>
                      <a:r>
                        <a:rPr sz="900" b="0">
                          <a:solidFill>
                            <a:srgbClr val="000000"/>
                          </a:solidFill>
                          <a:latin typeface="Montserrat"/>
                        </a:rPr>
                        <a:t>5,503</a:t>
                      </a:r>
                    </a:p>
                  </a:txBody>
                  <a:tcPr anchor="ctr" marT="18288" marB="18288">
                    <a:solidFill>
                      <a:srgbClr val="DDEBD3"/>
                    </a:solidFill>
                  </a:tcPr>
                </a:tc>
                <a:tc>
                  <a:txBody>
                    <a:bodyPr/>
                    <a:lstStyle/>
                    <a:p>
                      <a:pPr algn="r"/>
                      <a:r>
                        <a:rPr sz="900" b="0">
                          <a:solidFill>
                            <a:srgbClr val="000000"/>
                          </a:solidFill>
                          <a:latin typeface="Montserrat"/>
                        </a:rPr>
                        <a:t>19,902</a:t>
                      </a:r>
                    </a:p>
                  </a:txBody>
                  <a:tcPr anchor="ctr" marT="18288" marB="18288">
                    <a:solidFill>
                      <a:srgbClr val="DDEBD3"/>
                    </a:solidFill>
                  </a:tcPr>
                </a:tc>
                <a:tc>
                  <a:txBody>
                    <a:bodyPr/>
                    <a:lstStyle/>
                    <a:p>
                      <a:pPr algn="r"/>
                      <a:r>
                        <a:rPr sz="900" b="0">
                          <a:solidFill>
                            <a:srgbClr val="000000"/>
                          </a:solidFill>
                          <a:latin typeface="Montserrat"/>
                        </a:rPr>
                        <a:t>20,234</a:t>
                      </a:r>
                    </a:p>
                  </a:txBody>
                  <a:tcPr anchor="ctr" marT="18288" marB="18288">
                    <a:solidFill>
                      <a:srgbClr val="DDEBD3"/>
                    </a:solidFill>
                  </a:tcPr>
                </a:tc>
              </a:tr>
              <a:tr h="228600">
                <a:tc>
                  <a:txBody>
                    <a:bodyPr/>
                    <a:lstStyle/>
                    <a:p>
                      <a:pPr algn="l"/>
                      <a:r>
                        <a:rPr sz="900" b="1">
                          <a:solidFill>
                            <a:srgbClr val="FFFFFF"/>
                          </a:solidFill>
                          <a:latin typeface="Montserrat"/>
                        </a:rPr>
                        <a:t>RFI Conversions</a:t>
                      </a:r>
                    </a:p>
                  </a:txBody>
                  <a:tcPr anchor="ctr" marT="18288" marB="18288">
                    <a:solidFill>
                      <a:srgbClr val="375923"/>
                    </a:solidFill>
                  </a:tcPr>
                </a:tc>
                <a:tc>
                  <a:txBody>
                    <a:bodyPr/>
                    <a:lstStyle/>
                    <a:p>
                      <a:pPr algn="r"/>
                      <a:r>
                        <a:rPr sz="900" b="0">
                          <a:solidFill>
                            <a:srgbClr val="000000"/>
                          </a:solidFill>
                          <a:latin typeface="Montserrat"/>
                        </a:rPr>
                        <a:t>383</a:t>
                      </a:r>
                    </a:p>
                  </a:txBody>
                  <a:tcPr anchor="ctr" marT="18288" marB="18288">
                    <a:solidFill>
                      <a:srgbClr val="DDEBD3"/>
                    </a:solidFill>
                  </a:tcPr>
                </a:tc>
                <a:tc>
                  <a:txBody>
                    <a:bodyPr/>
                    <a:lstStyle/>
                    <a:p>
                      <a:pPr algn="r"/>
                      <a:r>
                        <a:rPr sz="900" b="0">
                          <a:solidFill>
                            <a:srgbClr val="000000"/>
                          </a:solidFill>
                          <a:latin typeface="Montserrat"/>
                        </a:rPr>
                        <a:t>399</a:t>
                      </a:r>
                    </a:p>
                  </a:txBody>
                  <a:tcPr anchor="ctr" marT="18288" marB="18288">
                    <a:solidFill>
                      <a:srgbClr val="DDEBD3"/>
                    </a:solidFill>
                  </a:tcPr>
                </a:tc>
                <a:tc>
                  <a:txBody>
                    <a:bodyPr/>
                    <a:lstStyle/>
                    <a:p>
                      <a:pPr algn="r"/>
                      <a:r>
                        <a:rPr sz="900" b="0">
                          <a:solidFill>
                            <a:srgbClr val="000000"/>
                          </a:solidFill>
                          <a:latin typeface="Montserrat"/>
                        </a:rPr>
                        <a:t>886</a:t>
                      </a:r>
                    </a:p>
                  </a:txBody>
                  <a:tcPr anchor="ctr" marT="18288" marB="18288">
                    <a:solidFill>
                      <a:srgbClr val="DDEBD3"/>
                    </a:solidFill>
                  </a:tcPr>
                </a:tc>
                <a:tc>
                  <a:txBody>
                    <a:bodyPr/>
                    <a:lstStyle/>
                    <a:p>
                      <a:pPr algn="r"/>
                      <a:r>
                        <a:rPr sz="900" b="0">
                          <a:solidFill>
                            <a:srgbClr val="000000"/>
                          </a:solidFill>
                          <a:latin typeface="Montserrat"/>
                        </a:rPr>
                        <a:t>983</a:t>
                      </a:r>
                    </a:p>
                  </a:txBody>
                  <a:tcPr anchor="ctr" marT="18288" marB="18288">
                    <a:solidFill>
                      <a:srgbClr val="DDEBD3"/>
                    </a:solidFill>
                  </a:tcPr>
                </a:tc>
              </a:tr>
              <a:tr h="228600">
                <a:tc>
                  <a:txBody>
                    <a:bodyPr/>
                    <a:lstStyle/>
                    <a:p>
                      <a:pPr algn="l"/>
                      <a:r>
                        <a:rPr sz="900" b="1">
                          <a:solidFill>
                            <a:srgbClr val="FFFFFF"/>
                          </a:solidFill>
                          <a:latin typeface="Montserrat"/>
                        </a:rPr>
                        <a:t>RFI CVR %</a:t>
                      </a:r>
                    </a:p>
                  </a:txBody>
                  <a:tcPr anchor="ctr" marT="18288" marB="18288">
                    <a:solidFill>
                      <a:srgbClr val="375923"/>
                    </a:solidFill>
                  </a:tcPr>
                </a:tc>
                <a:tc>
                  <a:txBody>
                    <a:bodyPr/>
                    <a:lstStyle/>
                    <a:p>
                      <a:pPr algn="r"/>
                      <a:r>
                        <a:rPr sz="900" b="0">
                          <a:solidFill>
                            <a:srgbClr val="000000"/>
                          </a:solidFill>
                          <a:latin typeface="Montserrat"/>
                        </a:rPr>
                        <a:t>6.89%</a:t>
                      </a:r>
                    </a:p>
                  </a:txBody>
                  <a:tcPr anchor="ctr" marT="18288" marB="18288">
                    <a:solidFill>
                      <a:srgbClr val="DDEBD3"/>
                    </a:solidFill>
                  </a:tcPr>
                </a:tc>
                <a:tc>
                  <a:txBody>
                    <a:bodyPr/>
                    <a:lstStyle/>
                    <a:p>
                      <a:pPr algn="r"/>
                      <a:r>
                        <a:rPr sz="900" b="0">
                          <a:solidFill>
                            <a:srgbClr val="000000"/>
                          </a:solidFill>
                          <a:latin typeface="Montserrat"/>
                        </a:rPr>
                        <a:t>7.25%</a:t>
                      </a:r>
                    </a:p>
                  </a:txBody>
                  <a:tcPr anchor="ctr" marT="18288" marB="18288">
                    <a:solidFill>
                      <a:srgbClr val="DDEBD3"/>
                    </a:solidFill>
                  </a:tcPr>
                </a:tc>
                <a:tc>
                  <a:txBody>
                    <a:bodyPr/>
                    <a:lstStyle/>
                    <a:p>
                      <a:pPr algn="r"/>
                      <a:r>
                        <a:rPr sz="900" b="0">
                          <a:solidFill>
                            <a:srgbClr val="000000"/>
                          </a:solidFill>
                          <a:latin typeface="Montserrat"/>
                        </a:rPr>
                        <a:t>4.45%</a:t>
                      </a:r>
                    </a:p>
                  </a:txBody>
                  <a:tcPr anchor="ctr" marT="18288" marB="18288">
                    <a:solidFill>
                      <a:srgbClr val="DDEBD3"/>
                    </a:solidFill>
                  </a:tcPr>
                </a:tc>
                <a:tc>
                  <a:txBody>
                    <a:bodyPr/>
                    <a:lstStyle/>
                    <a:p>
                      <a:pPr algn="r"/>
                      <a:r>
                        <a:rPr sz="900" b="0">
                          <a:solidFill>
                            <a:srgbClr val="000000"/>
                          </a:solidFill>
                          <a:latin typeface="Montserrat"/>
                        </a:rPr>
                        <a:t>4.86%</a:t>
                      </a:r>
                    </a:p>
                  </a:txBody>
                  <a:tcPr anchor="ctr" marT="18288" marB="18288">
                    <a:solidFill>
                      <a:srgbClr val="DDEBD3"/>
                    </a:solidFill>
                  </a:tcPr>
                </a:tc>
              </a:tr>
              <a:tr h="228600">
                <a:tc>
                  <a:txBody>
                    <a:bodyPr/>
                    <a:lstStyle/>
                    <a:p>
                      <a:pPr algn="l"/>
                      <a:r>
                        <a:rPr sz="900" b="1">
                          <a:solidFill>
                            <a:srgbClr val="FFFFFF"/>
                          </a:solidFill>
                          <a:latin typeface="Montserrat"/>
                        </a:rPr>
                        <a:t>RFI Lift %</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+5.16%</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+9.13%</a:t>
                      </a:r>
                    </a:p>
                  </a:txBody>
                  <a:tcPr anchor="ctr" marT="18288" marB="18288">
                    <a:solidFill>
                      <a:srgbClr val="DDEBD3"/>
                    </a:solidFill>
                  </a:tcPr>
                </a:tc>
              </a:tr>
              <a:tr h="228600">
                <a:tc>
                  <a:txBody>
                    <a:bodyPr/>
                    <a:lstStyle/>
                    <a:p>
                      <a:pPr algn="l"/>
                      <a:r>
                        <a:rPr sz="900" b="1">
                          <a:solidFill>
                            <a:srgbClr val="FFFFFF"/>
                          </a:solidFill>
                          <a:latin typeface="Montserrat"/>
                        </a:rPr>
                        <a:t>Statistical Significance, RFI</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000000"/>
                          </a:solidFill>
                          <a:latin typeface="Montserrat"/>
                        </a:rPr>
                        <a:t>76.7%</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000000"/>
                          </a:solidFill>
                          <a:latin typeface="Montserrat"/>
                        </a:rPr>
                        <a:t>97.3%</a:t>
                      </a:r>
                    </a:p>
                  </a:txBody>
                  <a:tcPr anchor="ctr" marT="18288" marB="18288">
                    <a:solidFill>
                      <a:srgbClr val="DDEBD3"/>
                    </a:solidFill>
                  </a:tcPr>
                </a:tc>
              </a:tr>
              <a:tr h="228600">
                <a:tc>
                  <a:txBody>
                    <a:bodyPr/>
                    <a:lstStyle/>
                    <a:p>
                      <a:pPr algn="l"/>
                      <a:r>
                        <a:rPr sz="900" b="1">
                          <a:solidFill>
                            <a:srgbClr val="FFFFFF"/>
                          </a:solidFill>
                          <a:latin typeface="Montserrat"/>
                        </a:rPr>
                        <a:t>App Completes</a:t>
                      </a:r>
                    </a:p>
                  </a:txBody>
                  <a:tcPr anchor="ctr" marT="18288" marB="18288">
                    <a:solidFill>
                      <a:srgbClr val="375923"/>
                    </a:solidFill>
                  </a:tcPr>
                </a:tc>
                <a:tc>
                  <a:txBody>
                    <a:bodyPr/>
                    <a:lstStyle/>
                    <a:p>
                      <a:pPr algn="r"/>
                      <a:r>
                        <a:rPr sz="900" b="0">
                          <a:solidFill>
                            <a:srgbClr val="000000"/>
                          </a:solidFill>
                          <a:latin typeface="Montserrat"/>
                        </a:rPr>
                        <a:t>137</a:t>
                      </a:r>
                    </a:p>
                  </a:txBody>
                  <a:tcPr anchor="ctr" marT="18288" marB="18288">
                    <a:solidFill>
                      <a:srgbClr val="DDEBD3"/>
                    </a:solidFill>
                  </a:tcPr>
                </a:tc>
                <a:tc>
                  <a:txBody>
                    <a:bodyPr/>
                    <a:lstStyle/>
                    <a:p>
                      <a:pPr algn="r"/>
                      <a:r>
                        <a:rPr sz="900" b="0">
                          <a:solidFill>
                            <a:srgbClr val="000000"/>
                          </a:solidFill>
                          <a:latin typeface="Montserrat"/>
                        </a:rPr>
                        <a:t>134</a:t>
                      </a:r>
                    </a:p>
                  </a:txBody>
                  <a:tcPr anchor="ctr" marT="18288" marB="18288">
                    <a:solidFill>
                      <a:srgbClr val="DDEBD3"/>
                    </a:solidFill>
                  </a:tcPr>
                </a:tc>
                <a:tc>
                  <a:txBody>
                    <a:bodyPr/>
                    <a:lstStyle/>
                    <a:p>
                      <a:pPr algn="r"/>
                      <a:r>
                        <a:rPr sz="900" b="0">
                          <a:solidFill>
                            <a:srgbClr val="000000"/>
                          </a:solidFill>
                          <a:latin typeface="Montserrat"/>
                        </a:rPr>
                        <a:t>300</a:t>
                      </a:r>
                    </a:p>
                  </a:txBody>
                  <a:tcPr anchor="ctr" marT="18288" marB="18288">
                    <a:solidFill>
                      <a:srgbClr val="DDEBD3"/>
                    </a:solidFill>
                  </a:tcPr>
                </a:tc>
                <a:tc>
                  <a:txBody>
                    <a:bodyPr/>
                    <a:lstStyle/>
                    <a:p>
                      <a:pPr algn="r"/>
                      <a:r>
                        <a:rPr sz="900" b="0">
                          <a:solidFill>
                            <a:srgbClr val="000000"/>
                          </a:solidFill>
                          <a:latin typeface="Montserrat"/>
                        </a:rPr>
                        <a:t>307</a:t>
                      </a:r>
                    </a:p>
                  </a:txBody>
                  <a:tcPr anchor="ctr" marT="18288" marB="18288">
                    <a:solidFill>
                      <a:srgbClr val="DDEBD3"/>
                    </a:solidFill>
                  </a:tcPr>
                </a:tc>
              </a:tr>
              <a:tr h="228600">
                <a:tc>
                  <a:txBody>
                    <a:bodyPr/>
                    <a:lstStyle/>
                    <a:p>
                      <a:pPr algn="l"/>
                      <a:r>
                        <a:rPr sz="900" b="1">
                          <a:solidFill>
                            <a:srgbClr val="FFFFFF"/>
                          </a:solidFill>
                          <a:latin typeface="Montserrat"/>
                        </a:rPr>
                        <a:t>App CVR %</a:t>
                      </a:r>
                    </a:p>
                  </a:txBody>
                  <a:tcPr anchor="ctr" marT="18288" marB="18288">
                    <a:solidFill>
                      <a:srgbClr val="375923"/>
                    </a:solidFill>
                  </a:tcPr>
                </a:tc>
                <a:tc>
                  <a:txBody>
                    <a:bodyPr/>
                    <a:lstStyle/>
                    <a:p>
                      <a:pPr algn="r"/>
                      <a:r>
                        <a:rPr sz="900" b="0">
                          <a:solidFill>
                            <a:srgbClr val="000000"/>
                          </a:solidFill>
                          <a:latin typeface="Montserrat"/>
                        </a:rPr>
                        <a:t>2.47%</a:t>
                      </a:r>
                    </a:p>
                  </a:txBody>
                  <a:tcPr anchor="ctr" marT="18288" marB="18288">
                    <a:solidFill>
                      <a:srgbClr val="DDEBD3"/>
                    </a:solidFill>
                  </a:tcPr>
                </a:tc>
                <a:tc>
                  <a:txBody>
                    <a:bodyPr/>
                    <a:lstStyle/>
                    <a:p>
                      <a:pPr algn="r"/>
                      <a:r>
                        <a:rPr sz="900" b="0">
                          <a:solidFill>
                            <a:srgbClr val="000000"/>
                          </a:solidFill>
                          <a:latin typeface="Montserrat"/>
                        </a:rPr>
                        <a:t>2.44%</a:t>
                      </a:r>
                    </a:p>
                  </a:txBody>
                  <a:tcPr anchor="ctr" marT="18288" marB="18288">
                    <a:solidFill>
                      <a:srgbClr val="DDEBD3"/>
                    </a:solidFill>
                  </a:tcPr>
                </a:tc>
                <a:tc>
                  <a:txBody>
                    <a:bodyPr/>
                    <a:lstStyle/>
                    <a:p>
                      <a:pPr algn="r"/>
                      <a:r>
                        <a:rPr sz="900" b="0">
                          <a:solidFill>
                            <a:srgbClr val="000000"/>
                          </a:solidFill>
                          <a:latin typeface="Montserrat"/>
                        </a:rPr>
                        <a:t>1.51%</a:t>
                      </a:r>
                    </a:p>
                  </a:txBody>
                  <a:tcPr anchor="ctr" marT="18288" marB="18288">
                    <a:solidFill>
                      <a:srgbClr val="DDEBD3"/>
                    </a:solidFill>
                  </a:tcPr>
                </a:tc>
                <a:tc>
                  <a:txBody>
                    <a:bodyPr/>
                    <a:lstStyle/>
                    <a:p>
                      <a:pPr algn="r"/>
                      <a:r>
                        <a:rPr sz="900" b="0">
                          <a:solidFill>
                            <a:srgbClr val="000000"/>
                          </a:solidFill>
                          <a:latin typeface="Montserrat"/>
                        </a:rPr>
                        <a:t>1.52%</a:t>
                      </a:r>
                    </a:p>
                  </a:txBody>
                  <a:tcPr anchor="ctr" marT="18288" marB="18288">
                    <a:solidFill>
                      <a:srgbClr val="DDEBD3"/>
                    </a:solidFill>
                  </a:tcPr>
                </a:tc>
              </a:tr>
              <a:tr h="228600">
                <a:tc>
                  <a:txBody>
                    <a:bodyPr/>
                    <a:lstStyle/>
                    <a:p>
                      <a:pPr algn="l"/>
                      <a:r>
                        <a:rPr sz="900" b="1">
                          <a:solidFill>
                            <a:srgbClr val="FFFFFF"/>
                          </a:solidFill>
                          <a:latin typeface="Montserrat"/>
                        </a:rPr>
                        <a:t>App Lift %</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C00000"/>
                          </a:solidFill>
                          <a:latin typeface="Montserrat"/>
                        </a:rPr>
                        <a:t>-1.27%</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+0.65%</a:t>
                      </a:r>
                    </a:p>
                  </a:txBody>
                  <a:tcPr anchor="ctr" marT="18288" marB="18288">
                    <a:solidFill>
                      <a:srgbClr val="DDEBD3"/>
                    </a:solidFill>
                  </a:tcPr>
                </a:tc>
              </a:tr>
              <a:tr h="228600">
                <a:tc>
                  <a:txBody>
                    <a:bodyPr/>
                    <a:lstStyle/>
                    <a:p>
                      <a:pPr algn="l"/>
                      <a:r>
                        <a:rPr sz="900" b="1">
                          <a:solidFill>
                            <a:srgbClr val="FFFFFF"/>
                          </a:solidFill>
                          <a:latin typeface="Montserrat"/>
                        </a:rPr>
                        <a:t>Statistical Significance, App</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000000"/>
                          </a:solidFill>
                          <a:latin typeface="Montserrat"/>
                        </a:rPr>
                        <a:t>54.2% (worse)</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000000"/>
                          </a:solidFill>
                          <a:latin typeface="Montserrat"/>
                        </a:rPr>
                        <a:t>53.2%</a:t>
                      </a:r>
                    </a:p>
                  </a:txBody>
                  <a:tcPr anchor="ctr" marT="18288" marB="18288">
                    <a:solidFill>
                      <a:srgbClr val="DDEBD3"/>
                    </a:solidFill>
                  </a:tcPr>
                </a:tc>
              </a:tr>
              <a:tr h="228600">
                <a:tc>
                  <a:txBody>
                    <a:bodyPr/>
                    <a:lstStyle/>
                    <a:p>
                      <a:pPr algn="l"/>
                      <a:r>
                        <a:rPr sz="900" b="1">
                          <a:solidFill>
                            <a:srgbClr val="FFFFFF"/>
                          </a:solidFill>
                          <a:latin typeface="Montserrat"/>
                        </a:rPr>
                        <a:t>Projected Revenue, RFI path only</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000000"/>
                          </a:solidFill>
                          <a:latin typeface="Montserrat"/>
                        </a:rPr>
                        <a:t>$222,128</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000000"/>
                          </a:solidFill>
                          <a:latin typeface="Montserrat"/>
                        </a:rPr>
                        <a:t>$858,918</a:t>
                      </a:r>
                    </a:p>
                  </a:txBody>
                  <a:tcPr anchor="ctr" marT="18288" marB="18288">
                    <a:solidFill>
                      <a:srgbClr val="DDEBD3"/>
                    </a:solidFill>
                  </a:tcPr>
                </a:tc>
              </a:tr>
              <a:tr h="228600">
                <a:tc>
                  <a:txBody>
                    <a:bodyPr/>
                    <a:lstStyle/>
                    <a:p>
                      <a:pPr algn="l"/>
                      <a:r>
                        <a:rPr sz="900" b="1">
                          <a:solidFill>
                            <a:srgbClr val="FFFFFF"/>
                          </a:solidFill>
                          <a:latin typeface="Montserrat"/>
                        </a:rPr>
                        <a:t>Annualized Revenue Lift (projected)</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$162,802</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$922,404</a:t>
                      </a:r>
                    </a:p>
                  </a:txBody>
                  <a:tcPr anchor="ctr" marT="18288" marB="18288">
                    <a:solidFill>
                      <a:srgbClr val="DDEBD3"/>
                    </a:solidFill>
                  </a:tcPr>
                </a:tc>
              </a:tr>
              <a:tr h="228600">
                <a:tc>
                  <a:txBody>
                    <a:bodyPr/>
                    <a:lstStyle/>
                    <a:p>
                      <a:pPr algn="l"/>
                      <a:r>
                        <a:rPr sz="900" b="1">
                          <a:solidFill>
                            <a:srgbClr val="FFFFFF"/>
                          </a:solidFill>
                          <a:latin typeface="Montserrat"/>
                        </a:rPr>
                        <a:t>Desktop + Mobile Projections Added</a:t>
                      </a:r>
                    </a:p>
                  </a:txBody>
                  <a:tcPr anchor="ctr" marT="18288" marB="18288">
                    <a:solidFill>
                      <a:srgbClr val="37592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$450,752</a:t>
                      </a:r>
                    </a:p>
                  </a:txBody>
                  <a:tcPr anchor="ctr" marT="18288" marB="18288">
                    <a:solidFill>
                      <a:srgbClr val="DDEBD3"/>
                    </a:solidFill>
                  </a:tcPr>
                </a:tc>
                <a:tc>
                  <a:txBody>
                    <a:bodyPr/>
                    <a:lstStyle/>
                    <a:p>
                      <a:pPr algn="r"/>
                      <a:r>
                        <a:rPr sz="900" b="0">
                          <a:solidFill>
                            <a:srgbClr val="000000"/>
                          </a:solidFill>
                          <a:latin typeface="Montserrat"/>
                        </a:rPr>
                        <a:t>Baseline</a:t>
                      </a:r>
                    </a:p>
                  </a:txBody>
                  <a:tcPr anchor="ctr" marT="18288" marB="18288">
                    <a:solidFill>
                      <a:srgbClr val="DDEBD3"/>
                    </a:solidFill>
                  </a:tcPr>
                </a:tc>
                <a:tc>
                  <a:txBody>
                    <a:bodyPr/>
                    <a:lstStyle/>
                    <a:p>
                      <a:pPr algn="r"/>
                      <a:r>
                        <a:rPr sz="900" b="0">
                          <a:solidFill>
                            <a:srgbClr val="216E21"/>
                          </a:solidFill>
                          <a:latin typeface="Montserrat"/>
                        </a:rPr>
                        <a:t>$1,135,923</a:t>
                      </a:r>
                    </a:p>
                  </a:txBody>
                  <a:tcPr anchor="ctr" marT="18288" marB="18288">
                    <a:solidFill>
                      <a:srgbClr val="DDEBD3"/>
                    </a:solidFill>
                  </a:tcPr>
                </a:tc>
              </a:tr>
            </a:tbl>
          </a:graphicData>
        </a:graphic>
      </p:graphicFrame>
      <p:sp>
        <p:nvSpPr>
          <p:cNvPr id="5" name="TextBox 4"/>
          <p:cNvSpPr txBox="1"/>
          <p:nvPr/>
        </p:nvSpPr>
        <p:spPr>
          <a:xfrm>
            <a:off x="777240" y="4297679"/>
            <a:ext cx="7589520" cy="201168"/>
          </a:xfrm>
          <a:prstGeom prst="rect">
            <a:avLst/>
          </a:prstGeom>
          <a:noFill/>
        </p:spPr>
        <p:txBody>
          <a:bodyPr wrap="square" lIns="0">
            <a:spAutoFit/>
          </a:bodyPr>
          <a:lstStyle/>
          <a:p>
            <a:pPr algn="l"/>
            <a:r>
              <a:rPr sz="900" b="1">
                <a:solidFill>
                  <a:srgbClr val="375923"/>
                </a:solidFill>
                <a:latin typeface="Montserrat"/>
              </a:rPr>
              <a:t>V0 = Control; V1 = New Copy (Brand Specific Campaigns); V2 = New Copy (All Campaigns)</a:t>
            </a:r>
          </a:p>
        </p:txBody>
      </p:sp>
      <p:sp>
        <p:nvSpPr>
          <p:cNvPr id="6" name="TextBox 5"/>
          <p:cNvSpPr txBox="1"/>
          <p:nvPr/>
        </p:nvSpPr>
        <p:spPr>
          <a:xfrm>
            <a:off x="777240" y="4517136"/>
            <a:ext cx="7589520" cy="411480"/>
          </a:xfrm>
          <a:prstGeom prst="rect">
            <a:avLst/>
          </a:prstGeom>
          <a:noFill/>
        </p:spPr>
        <p:txBody>
          <a:bodyPr wrap="square" lIns="0">
            <a:spAutoFit/>
          </a:bodyPr>
          <a:lstStyle/>
          <a:p>
            <a:pPr algn="l"/>
            <a:r>
              <a:rPr sz="800" b="0">
                <a:solidFill>
                  <a:srgbClr val="777777"/>
                </a:solidFill>
                <a:latin typeface="Montserrat"/>
              </a:rPr>
              <a:t>Approximation: desktop (09/14 to 09/28, 15 days) and mobile (09/15 to 09/28, 14 days) ran as separate tests, so their counts are added together. Desktop New Copy is the New_Copy_v2 arm. Lift, significance and the first two revenue rows use the added counts. The last row adds each device's own projection instead; it is higher because mobile holds more of the added sessions than its share of real traffic. Projections only, not credited.</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pei_maroon">
  <a:themeElements>
    <a:clrScheme name="apei_maroon">
      <a:dk1>
        <a:srgbClr val="000000"/>
      </a:dk1>
      <a:lt1>
        <a:srgbClr val="FFFFFF"/>
      </a:lt1>
      <a:dk2>
        <a:srgbClr val="7F7F7F"/>
      </a:dk2>
      <a:lt2>
        <a:srgbClr val="E6E6E6"/>
      </a:lt2>
      <a:accent1>
        <a:srgbClr val="7C2428"/>
      </a:accent1>
      <a:accent2>
        <a:srgbClr val="004C97"/>
      </a:accent2>
      <a:accent3>
        <a:srgbClr val="041E41"/>
      </a:accent3>
      <a:accent4>
        <a:srgbClr val="535659"/>
      </a:accent4>
      <a:accent5>
        <a:srgbClr val="B1B3B3"/>
      </a:accent5>
      <a:accent6>
        <a:srgbClr val="D9D9D6"/>
      </a:accent6>
      <a:hlink>
        <a:srgbClr val="7C2428"/>
      </a:hlink>
      <a:folHlink>
        <a:srgbClr val="004C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apei_maroon">
  <a:themeElements>
    <a:clrScheme name="apei_maroon">
      <a:dk1>
        <a:srgbClr val="000000"/>
      </a:dk1>
      <a:lt1>
        <a:srgbClr val="FFFFFF"/>
      </a:lt1>
      <a:dk2>
        <a:srgbClr val="7F7F7F"/>
      </a:dk2>
      <a:lt2>
        <a:srgbClr val="E6E6E6"/>
      </a:lt2>
      <a:accent1>
        <a:srgbClr val="7C2428"/>
      </a:accent1>
      <a:accent2>
        <a:srgbClr val="004C97"/>
      </a:accent2>
      <a:accent3>
        <a:srgbClr val="041E41"/>
      </a:accent3>
      <a:accent4>
        <a:srgbClr val="535659"/>
      </a:accent4>
      <a:accent5>
        <a:srgbClr val="B1B3B3"/>
      </a:accent5>
      <a:accent6>
        <a:srgbClr val="D9D9D6"/>
      </a:accent6>
      <a:hlink>
        <a:srgbClr val="7C2428"/>
      </a:hlink>
      <a:folHlink>
        <a:srgbClr val="004C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8303E4EB5F0E44A7AA131E83483DF2" ma:contentTypeVersion="4" ma:contentTypeDescription="Create a new document." ma:contentTypeScope="" ma:versionID="74667681c70ed0d3dd16cbc5b332539b">
  <xsd:schema xmlns:xsd="http://www.w3.org/2001/XMLSchema" xmlns:xs="http://www.w3.org/2001/XMLSchema" xmlns:p="http://schemas.microsoft.com/office/2006/metadata/properties" xmlns:ns2="8bb0b81d-56a0-4730-81a6-cebf1cdc9263" targetNamespace="http://schemas.microsoft.com/office/2006/metadata/properties" ma:root="true" ma:fieldsID="73b35bb2c2d2b87a9a8e030216971d80" ns2:_="">
    <xsd:import namespace="8bb0b81d-56a0-4730-81a6-cebf1cdc926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b0b81d-56a0-4730-81a6-cebf1cdc92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8D9300-5FE7-40AD-BC0D-8962D1BCFB2B}">
  <ds:schemaRefs>
    <ds:schemaRef ds:uri="8bb0b81d-56a0-4730-81a6-cebf1cdc926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53AD8CC-A4E5-4420-AE06-BCFE29EF7573}">
  <ds:schemaRefs>
    <ds:schemaRef ds:uri="172ed378-da2e-4123-a5c0-d39da45b1f48"/>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28627A3-9091-43CB-9049-CF9231942D5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Slides>
  <Notes>2</Notes>
  <HiddenSlides>0</HiddenSlide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Simple Light</vt:lpstr>
      <vt:lpstr>apei_maroon</vt:lpstr>
      <vt:lpstr>apei_maroon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200</cp:revision>
  <dcterms:modified xsi:type="dcterms:W3CDTF">2026-06-11T02:38:58Z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0x010100968303E4EB5F0E44A7AA131E83483DF2</vt:lpwstr>
  </property>
</Properties>
</file>